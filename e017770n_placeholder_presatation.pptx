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1"/>
  </p:sldMasterIdLst>
  <p:notesMasterIdLst>
    <p:notesMasterId r:id="rId12"/>
  </p:notesMasterIdLst>
  <p:sldIdLst>
    <p:sldId id="256" r:id="rId2"/>
    <p:sldId id="257" r:id="rId3"/>
    <p:sldId id="258" r:id="rId4"/>
    <p:sldId id="259" r:id="rId5"/>
    <p:sldId id="260" r:id="rId6"/>
    <p:sldId id="262" r:id="rId7"/>
    <p:sldId id="261"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FFCCCC"/>
    <a:srgbClr val="00000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3844D3-2483-4259-8C26-02475C71C866}" type="datetimeFigureOut">
              <a:rPr lang="en-GB" smtClean="0"/>
              <a:t>27/04/2026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D3A22E-B055-4303-8C4A-EA8322EBB027}" type="slidenum">
              <a:rPr lang="en-GB" smtClean="0"/>
              <a:t>‹#›</a:t>
            </a:fld>
            <a:endParaRPr lang="en-GB"/>
          </a:p>
        </p:txBody>
      </p:sp>
    </p:spTree>
    <p:extLst>
      <p:ext uri="{BB962C8B-B14F-4D97-AF65-F5344CB8AC3E}">
        <p14:creationId xmlns:p14="http://schemas.microsoft.com/office/powerpoint/2010/main" val="37205975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8D3A22E-B055-4303-8C4A-EA8322EBB027}" type="slidenum">
              <a:rPr lang="en-GB" smtClean="0"/>
              <a:t>4</a:t>
            </a:fld>
            <a:endParaRPr lang="en-GB"/>
          </a:p>
        </p:txBody>
      </p:sp>
    </p:spTree>
    <p:extLst>
      <p:ext uri="{BB962C8B-B14F-4D97-AF65-F5344CB8AC3E}">
        <p14:creationId xmlns:p14="http://schemas.microsoft.com/office/powerpoint/2010/main" val="559733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DC214-6A85-F0D3-EC58-EF2B0F86029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9DEB13C6-A824-303C-3F9D-7082121E3D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8F40118E-EEA0-956E-6AAF-CAE3C61294E4}"/>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5" name="Footer Placeholder 4">
            <a:extLst>
              <a:ext uri="{FF2B5EF4-FFF2-40B4-BE49-F238E27FC236}">
                <a16:creationId xmlns:a16="http://schemas.microsoft.com/office/drawing/2014/main" id="{91A03639-F4A2-0971-0866-A2E70DA538F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1A15119-678E-C41C-87DB-09E72B2405A4}"/>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2010288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19CF7-C226-7721-CB67-80F086B98E36}"/>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D3CCD4B-797B-4700-8419-72F06D890F8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04E155A-1EC1-0125-A2AE-849F765CFD79}"/>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5" name="Footer Placeholder 4">
            <a:extLst>
              <a:ext uri="{FF2B5EF4-FFF2-40B4-BE49-F238E27FC236}">
                <a16:creationId xmlns:a16="http://schemas.microsoft.com/office/drawing/2014/main" id="{E2D63543-91CC-E744-0B3A-EC104C82EF0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C1A5793-0578-386F-0115-6812EF3DFA86}"/>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9709746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41573-5874-0FB8-4683-D8886B4FFC3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8AA37736-C1EF-FFE7-B03C-D992AFF8A3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F2AC4AC-1353-B88C-FF2E-1DCE890FE210}"/>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5" name="Footer Placeholder 4">
            <a:extLst>
              <a:ext uri="{FF2B5EF4-FFF2-40B4-BE49-F238E27FC236}">
                <a16:creationId xmlns:a16="http://schemas.microsoft.com/office/drawing/2014/main" id="{14AB4DD1-B820-F194-1FE5-DABB9E6DDC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E9B0980-78CF-86BF-62EA-070E6C02E186}"/>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2283547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222E7-188B-5583-0E75-509DD19441B8}"/>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402CFF06-17BC-2ED4-FA78-672FA511AE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0B6942CC-B202-561D-FB36-ED37A4D44E3F}"/>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89A2C13-4F15-C0EF-A323-CDEFC2EF397C}"/>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6" name="Footer Placeholder 5">
            <a:extLst>
              <a:ext uri="{FF2B5EF4-FFF2-40B4-BE49-F238E27FC236}">
                <a16:creationId xmlns:a16="http://schemas.microsoft.com/office/drawing/2014/main" id="{5EC55248-E0F1-D2AB-8836-B3C0ABABA1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620F1BB-CF31-055F-651C-04752C1D1191}"/>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767473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F026E-8C39-F2A9-04CA-5AE0FD5D5F98}"/>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E1DF096D-3CF2-93F3-2FB2-D7CAFB3C8C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960B53A0-8348-F5C0-BE54-4C2AC8DED92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34FC323E-2590-590C-338B-FE3FAF769C8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0336785-7047-3423-0A96-589C28796B2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2CF7499F-6361-AA81-EEB0-8C81F96D533A}"/>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8" name="Footer Placeholder 7">
            <a:extLst>
              <a:ext uri="{FF2B5EF4-FFF2-40B4-BE49-F238E27FC236}">
                <a16:creationId xmlns:a16="http://schemas.microsoft.com/office/drawing/2014/main" id="{127833A3-9A19-145A-7AE0-06412B069AEB}"/>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314CA8C-4EA8-61FB-0B80-584D71478290}"/>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2893128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87CDC-DFC5-8EB7-CD3E-9DFF59906240}"/>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9F9FC585-9155-9117-7C14-BE35E354CED6}"/>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4" name="Footer Placeholder 3">
            <a:extLst>
              <a:ext uri="{FF2B5EF4-FFF2-40B4-BE49-F238E27FC236}">
                <a16:creationId xmlns:a16="http://schemas.microsoft.com/office/drawing/2014/main" id="{C1456BA2-3EA5-7D10-0341-F1DA4F51AAF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5A69504-CC63-F3D5-F674-697BA8EF3159}"/>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298934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30784A-47C4-28CE-9ACD-CAEEAEBB54B1}"/>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3" name="Footer Placeholder 2">
            <a:extLst>
              <a:ext uri="{FF2B5EF4-FFF2-40B4-BE49-F238E27FC236}">
                <a16:creationId xmlns:a16="http://schemas.microsoft.com/office/drawing/2014/main" id="{EA336AD4-C6BF-C790-CE78-69D8565E154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429A1D4B-6FE3-180A-35AD-4489BA91C9A0}"/>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30416321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7DFF0-D908-0E56-B9A0-C2D722BE5E0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1BBC8FCE-2BE9-45E9-1957-704EFF5BE0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6166F08B-9FBD-36A0-3F17-90C181E4D3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3A6807E-F207-F64C-4903-EA16AB51368A}"/>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6" name="Footer Placeholder 5">
            <a:extLst>
              <a:ext uri="{FF2B5EF4-FFF2-40B4-BE49-F238E27FC236}">
                <a16:creationId xmlns:a16="http://schemas.microsoft.com/office/drawing/2014/main" id="{DA72E940-852E-38C1-1BF9-745C3DA05B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353951E-3D45-E2E8-0E3F-AF7304E759F5}"/>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195682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ED9C2-BC91-EA2E-0AF2-DF452652E2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A2E47F3-3584-3967-23C4-76DD63EF68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43AA677-D116-9691-9AC2-CD0FAF5CB8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421C2EA-AC18-F3F3-566B-E8D9ACB15242}"/>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6" name="Footer Placeholder 5">
            <a:extLst>
              <a:ext uri="{FF2B5EF4-FFF2-40B4-BE49-F238E27FC236}">
                <a16:creationId xmlns:a16="http://schemas.microsoft.com/office/drawing/2014/main" id="{D9972B56-42AB-1A6C-466C-EE30623374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C181280-783C-1FB8-88CF-BE75342B5AFC}"/>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5422622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7A902-E50E-8932-C470-558C90D4010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13164C4D-58AD-429E-8D12-FF53AEE50BC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F339A78-80D8-F70D-D446-A3CB93F1798B}"/>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5" name="Footer Placeholder 4">
            <a:extLst>
              <a:ext uri="{FF2B5EF4-FFF2-40B4-BE49-F238E27FC236}">
                <a16:creationId xmlns:a16="http://schemas.microsoft.com/office/drawing/2014/main" id="{1DF914AF-A0B1-3CEC-1CCD-A7DF94E9B82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7D3B67E-E615-52D0-4361-E0C4FE9E9F2A}"/>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2347288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1B1128-5C34-1B48-46AA-576E8F70B20B}"/>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E45D6607-1025-584B-8E0B-82C0CF2FF0D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8EADBF7-D97B-798B-769E-93D86CB88F69}"/>
              </a:ext>
            </a:extLst>
          </p:cNvPr>
          <p:cNvSpPr>
            <a:spLocks noGrp="1"/>
          </p:cNvSpPr>
          <p:nvPr>
            <p:ph type="dt" sz="half" idx="10"/>
          </p:nvPr>
        </p:nvSpPr>
        <p:spPr/>
        <p:txBody>
          <a:bodyPr/>
          <a:lstStyle/>
          <a:p>
            <a:fld id="{2D637147-2A1D-43A1-A9A6-15F2FF4A0DCF}" type="datetimeFigureOut">
              <a:rPr lang="en-GB" smtClean="0"/>
              <a:t>27/04/2026</a:t>
            </a:fld>
            <a:endParaRPr lang="en-GB"/>
          </a:p>
        </p:txBody>
      </p:sp>
      <p:sp>
        <p:nvSpPr>
          <p:cNvPr id="5" name="Footer Placeholder 4">
            <a:extLst>
              <a:ext uri="{FF2B5EF4-FFF2-40B4-BE49-F238E27FC236}">
                <a16:creationId xmlns:a16="http://schemas.microsoft.com/office/drawing/2014/main" id="{B6BE6A84-BE62-DD75-4834-5D56E3DB7E2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11596E6-510C-9F7A-6D9C-817A219A9B50}"/>
              </a:ext>
            </a:extLst>
          </p:cNvPr>
          <p:cNvSpPr>
            <a:spLocks noGrp="1"/>
          </p:cNvSpPr>
          <p:nvPr>
            <p:ph type="sldNum" sz="quarter" idx="12"/>
          </p:nvPr>
        </p:nvSpPr>
        <p:spPr/>
        <p:txBody>
          <a:bodyPr/>
          <a:lstStyle/>
          <a:p>
            <a:fld id="{196BDA67-AE15-47CC-B8AC-16CF82C1AAF5}" type="slidenum">
              <a:rPr lang="en-GB" smtClean="0"/>
              <a:t>‹#›</a:t>
            </a:fld>
            <a:endParaRPr lang="en-GB"/>
          </a:p>
        </p:txBody>
      </p:sp>
    </p:spTree>
    <p:extLst>
      <p:ext uri="{BB962C8B-B14F-4D97-AF65-F5344CB8AC3E}">
        <p14:creationId xmlns:p14="http://schemas.microsoft.com/office/powerpoint/2010/main" val="19978356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0FF143-98FE-1776-8464-1BBCD5E800B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FE2B6336-E0CF-B4EE-F060-DA9649F449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2C22EDA-D47D-5A75-A398-943DFBF4432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637147-2A1D-43A1-A9A6-15F2FF4A0DCF}" type="datetimeFigureOut">
              <a:rPr lang="en-GB" smtClean="0"/>
              <a:t>27/04/2026</a:t>
            </a:fld>
            <a:endParaRPr lang="en-GB"/>
          </a:p>
        </p:txBody>
      </p:sp>
      <p:sp>
        <p:nvSpPr>
          <p:cNvPr id="5" name="Footer Placeholder 4">
            <a:extLst>
              <a:ext uri="{FF2B5EF4-FFF2-40B4-BE49-F238E27FC236}">
                <a16:creationId xmlns:a16="http://schemas.microsoft.com/office/drawing/2014/main" id="{CBE54A41-1793-8DC5-440F-0FAF05E179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1C27B119-2222-2C45-BABD-053D174C1B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6BDA67-AE15-47CC-B8AC-16CF82C1AAF5}" type="slidenum">
              <a:rPr lang="en-GB" smtClean="0"/>
              <a:t>‹#›</a:t>
            </a:fld>
            <a:endParaRPr lang="en-GB"/>
          </a:p>
        </p:txBody>
      </p:sp>
    </p:spTree>
    <p:extLst>
      <p:ext uri="{BB962C8B-B14F-4D97-AF65-F5344CB8AC3E}">
        <p14:creationId xmlns:p14="http://schemas.microsoft.com/office/powerpoint/2010/main" val="3047910928"/>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Layout" Target="../slideLayouts/slideLayout2.xml"/><Relationship Id="rId6" Type="http://schemas.microsoft.com/office/2007/relationships/hdphoto" Target="../media/hdphoto2.wdp"/><Relationship Id="rId5" Type="http://schemas.openxmlformats.org/officeDocument/2006/relationships/image" Target="../media/image4.png"/><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microsoft.com/office/2007/relationships/hdphoto" Target="../media/hdphoto4.wdp"/></Relationships>
</file>

<file path=ppt/slides/_rels/slide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E615DE7-512C-6FF4-C84F-89C8854550B6}"/>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1028" name="Picture 4" descr="Megamind Villain Quotes Megamind Movie Quotes Wallpaper | WallpapersOK">
            <a:extLst>
              <a:ext uri="{FF2B5EF4-FFF2-40B4-BE49-F238E27FC236}">
                <a16:creationId xmlns:a16="http://schemas.microsoft.com/office/drawing/2014/main" id="{6D9CCE43-339F-E119-D21B-4357178E396F}"/>
              </a:ext>
            </a:extLst>
          </p:cNvPr>
          <p:cNvPicPr>
            <a:picLocks noChangeAspect="1" noChangeArrowheads="1"/>
          </p:cNvPicPr>
          <p:nvPr/>
        </p:nvPicPr>
        <p:blipFill rotWithShape="1">
          <a:blip r:embed="rId2">
            <a:alphaModFix amt="20000"/>
            <a:extLst>
              <a:ext uri="{28A0092B-C50C-407E-A947-70E740481C1C}">
                <a14:useLocalDpi xmlns:a14="http://schemas.microsoft.com/office/drawing/2010/main" val="0"/>
              </a:ext>
            </a:extLst>
          </a:blip>
          <a:srcRect t="12133" b="12400"/>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2BC68009-BBE2-FDE4-1D96-3E35119F36FC}"/>
              </a:ext>
            </a:extLst>
          </p:cNvPr>
          <p:cNvSpPr>
            <a:spLocks noGrp="1"/>
          </p:cNvSpPr>
          <p:nvPr>
            <p:ph type="ctrTitle"/>
          </p:nvPr>
        </p:nvSpPr>
        <p:spPr>
          <a:xfrm>
            <a:off x="1524000" y="1122362"/>
            <a:ext cx="9144000" cy="3312477"/>
          </a:xfrm>
        </p:spPr>
        <p:txBody>
          <a:bodyPr/>
          <a:lstStyle/>
          <a:p>
            <a:r>
              <a:rPr lang="en-GB" dirty="0">
                <a:solidFill>
                  <a:schemeClr val="bg1"/>
                </a:solidFill>
              </a:rPr>
              <a:t>Kyles part of the presentation</a:t>
            </a:r>
          </a:p>
        </p:txBody>
      </p:sp>
      <p:sp>
        <p:nvSpPr>
          <p:cNvPr id="3" name="Subtitle 2">
            <a:extLst>
              <a:ext uri="{FF2B5EF4-FFF2-40B4-BE49-F238E27FC236}">
                <a16:creationId xmlns:a16="http://schemas.microsoft.com/office/drawing/2014/main" id="{A81595C3-6B9D-177E-6787-735CC6AD65AC}"/>
              </a:ext>
            </a:extLst>
          </p:cNvPr>
          <p:cNvSpPr>
            <a:spLocks noGrp="1"/>
          </p:cNvSpPr>
          <p:nvPr>
            <p:ph type="subTitle" idx="1"/>
          </p:nvPr>
        </p:nvSpPr>
        <p:spPr>
          <a:xfrm>
            <a:off x="1524000" y="4434838"/>
            <a:ext cx="9144000" cy="822961"/>
          </a:xfrm>
        </p:spPr>
        <p:txBody>
          <a:bodyPr/>
          <a:lstStyle/>
          <a:p>
            <a:endParaRPr lang="en-GB" dirty="0"/>
          </a:p>
        </p:txBody>
      </p:sp>
    </p:spTree>
    <p:extLst>
      <p:ext uri="{BB962C8B-B14F-4D97-AF65-F5344CB8AC3E}">
        <p14:creationId xmlns:p14="http://schemas.microsoft.com/office/powerpoint/2010/main" val="33593075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A5FC928-734A-D9E0-455D-7870112DC363}"/>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1026" name="Picture 2" descr="Hl2 Time GIF">
            <a:extLst>
              <a:ext uri="{FF2B5EF4-FFF2-40B4-BE49-F238E27FC236}">
                <a16:creationId xmlns:a16="http://schemas.microsoft.com/office/drawing/2014/main" id="{4AA5BDBC-A55E-8A27-ACE8-18FB9931DD42}"/>
              </a:ext>
            </a:extLst>
          </p:cNvPr>
          <p:cNvPicPr>
            <a:picLocks noChangeAspect="1" noChangeArrowheads="1"/>
          </p:cNvPicPr>
          <p:nvPr/>
        </p:nvPicPr>
        <p:blipFill>
          <a:blip r:embed="rId2">
            <a:alphaModFix amt="20000"/>
            <a:extLst>
              <a:ext uri="{28A0092B-C50C-407E-A947-70E740481C1C}">
                <a14:useLocalDpi xmlns:a14="http://schemas.microsoft.com/office/drawing/2010/main" val="0"/>
              </a:ext>
            </a:extLst>
          </a:blip>
          <a:srcRect/>
          <a:stretch>
            <a:fillRect/>
          </a:stretch>
        </p:blipFill>
        <p:spPr bwMode="auto">
          <a:xfrm>
            <a:off x="0" y="19844"/>
            <a:ext cx="12192000" cy="684160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Vintage Back Lit Wall Clock - 120cm | Black Country Metalworks">
            <a:extLst>
              <a:ext uri="{FF2B5EF4-FFF2-40B4-BE49-F238E27FC236}">
                <a16:creationId xmlns:a16="http://schemas.microsoft.com/office/drawing/2014/main" id="{D8779782-D0D9-785C-A092-F63A51302CBB}"/>
              </a:ext>
            </a:extLst>
          </p:cNvPr>
          <p:cNvPicPr>
            <a:picLocks noChangeAspect="1" noChangeArrowheads="1"/>
          </p:cNvPicPr>
          <p:nvPr/>
        </p:nvPicPr>
        <p:blipFill>
          <a:blip r:embed="rId3">
            <a:alphaModFix amt="50000"/>
            <a:extLst>
              <a:ext uri="{BEBA8EAE-BF5A-486C-A8C5-ECC9F3942E4B}">
                <a14:imgProps xmlns:a14="http://schemas.microsoft.com/office/drawing/2010/main">
                  <a14:imgLayer r:embed="rId4">
                    <a14:imgEffect>
                      <a14:backgroundRemoval t="9905" b="92381" l="8762" r="92000">
                        <a14:foregroundMark x1="11048" y1="40000" x2="8762" y2="51238"/>
                        <a14:foregroundMark x1="8762" y1="51238" x2="10095" y2="60952"/>
                        <a14:foregroundMark x1="37333" y1="87429" x2="60000" y2="89714"/>
                        <a14:foregroundMark x1="60000" y1="89714" x2="60571" y2="88571"/>
                        <a14:foregroundMark x1="51238" y1="92381" x2="49143" y2="92000"/>
                        <a14:foregroundMark x1="88952" y1="63619" x2="89524" y2="41905"/>
                        <a14:foregroundMark x1="89524" y1="41905" x2="88000" y2="38476"/>
                        <a14:foregroundMark x1="60571" y1="11810" x2="38667" y2="10857"/>
                        <a14:foregroundMark x1="92000" y1="44381" x2="91619" y2="46667"/>
                      </a14:backgroundRemoval>
                    </a14:imgEffect>
                  </a14:imgLayer>
                </a14:imgProps>
              </a:ext>
              <a:ext uri="{28A0092B-C50C-407E-A947-70E740481C1C}">
                <a14:useLocalDpi xmlns:a14="http://schemas.microsoft.com/office/drawing/2010/main" val="0"/>
              </a:ext>
            </a:extLst>
          </a:blip>
          <a:srcRect/>
          <a:stretch>
            <a:fillRect/>
          </a:stretch>
        </p:blipFill>
        <p:spPr bwMode="auto">
          <a:xfrm>
            <a:off x="8330973" y="-809625"/>
            <a:ext cx="5000625" cy="500062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91173D8-835D-EF75-6139-E380A85CEACF}"/>
              </a:ext>
            </a:extLst>
          </p:cNvPr>
          <p:cNvSpPr>
            <a:spLocks noGrp="1"/>
          </p:cNvSpPr>
          <p:nvPr>
            <p:ph type="title"/>
          </p:nvPr>
        </p:nvSpPr>
        <p:spPr/>
        <p:txBody>
          <a:bodyPr/>
          <a:lstStyle/>
          <a:p>
            <a:r>
              <a:rPr lang="en-GB" dirty="0">
                <a:solidFill>
                  <a:schemeClr val="bg1"/>
                </a:solidFill>
              </a:rPr>
              <a:t>Timer class</a:t>
            </a:r>
          </a:p>
        </p:txBody>
      </p:sp>
      <p:sp>
        <p:nvSpPr>
          <p:cNvPr id="3" name="Content Placeholder 2">
            <a:extLst>
              <a:ext uri="{FF2B5EF4-FFF2-40B4-BE49-F238E27FC236}">
                <a16:creationId xmlns:a16="http://schemas.microsoft.com/office/drawing/2014/main" id="{E1911B4C-11A7-EC7A-7F66-7503FE92944C}"/>
              </a:ext>
            </a:extLst>
          </p:cNvPr>
          <p:cNvSpPr>
            <a:spLocks noGrp="1"/>
          </p:cNvSpPr>
          <p:nvPr>
            <p:ph idx="1"/>
          </p:nvPr>
        </p:nvSpPr>
        <p:spPr/>
        <p:txBody>
          <a:bodyPr/>
          <a:lstStyle/>
          <a:p>
            <a:r>
              <a:rPr lang="en-GB" dirty="0">
                <a:solidFill>
                  <a:schemeClr val="bg1"/>
                </a:solidFill>
              </a:rPr>
              <a:t>This is a class I made and it count the time between two points in the program's execution.</a:t>
            </a:r>
          </a:p>
          <a:p>
            <a:endParaRPr lang="en-GB" dirty="0">
              <a:solidFill>
                <a:schemeClr val="bg1"/>
              </a:solidFill>
            </a:endParaRPr>
          </a:p>
          <a:p>
            <a:r>
              <a:rPr lang="en-GB" dirty="0">
                <a:solidFill>
                  <a:schemeClr val="bg1"/>
                </a:solidFill>
              </a:rPr>
              <a:t>It can then return the time that passed in full or it can return it in bits of 0.016  seconds until there are no more bits and this last part is useful for the physics stuff.</a:t>
            </a:r>
          </a:p>
          <a:p>
            <a:endParaRPr lang="en-GB" dirty="0">
              <a:solidFill>
                <a:schemeClr val="bg1"/>
              </a:solidFill>
            </a:endParaRPr>
          </a:p>
          <a:p>
            <a:r>
              <a:rPr lang="en-GB" dirty="0">
                <a:solidFill>
                  <a:schemeClr val="bg1"/>
                </a:solidFill>
              </a:rPr>
              <a:t>It can also return the time since the program or timers' creation.</a:t>
            </a:r>
          </a:p>
          <a:p>
            <a:endParaRPr lang="en-GB" dirty="0">
              <a:solidFill>
                <a:schemeClr val="bg1"/>
              </a:solidFill>
            </a:endParaRPr>
          </a:p>
          <a:p>
            <a:endParaRPr lang="en-GB" dirty="0">
              <a:solidFill>
                <a:schemeClr val="bg1"/>
              </a:solidFill>
            </a:endParaRPr>
          </a:p>
          <a:p>
            <a:endParaRPr lang="en-GB" dirty="0">
              <a:solidFill>
                <a:schemeClr val="bg1"/>
              </a:solidFill>
            </a:endParaRPr>
          </a:p>
        </p:txBody>
      </p:sp>
      <p:pic>
        <p:nvPicPr>
          <p:cNvPr id="1030" name="Picture 6" descr="66,200 Antique Clock Face Hands Without Royalty-Free Images, Stock Photos &amp;  Pictures | Shutterstock">
            <a:extLst>
              <a:ext uri="{FF2B5EF4-FFF2-40B4-BE49-F238E27FC236}">
                <a16:creationId xmlns:a16="http://schemas.microsoft.com/office/drawing/2014/main" id="{11DDBF29-6D3F-33AF-DFB8-90A7935D6DB3}"/>
              </a:ext>
            </a:extLst>
          </p:cNvPr>
          <p:cNvPicPr>
            <a:picLocks noChangeAspect="1" noChangeArrowheads="1"/>
          </p:cNvPicPr>
          <p:nvPr/>
        </p:nvPicPr>
        <p:blipFill>
          <a:blip r:embed="rId5">
            <a:alphaModFix amt="50000"/>
            <a:extLst>
              <a:ext uri="{BEBA8EAE-BF5A-486C-A8C5-ECC9F3942E4B}">
                <a14:imgProps xmlns:a14="http://schemas.microsoft.com/office/drawing/2010/main">
                  <a14:imgLayer r:embed="rId6">
                    <a14:imgEffect>
                      <a14:backgroundRemoval t="10000" b="91667" l="9167" r="90833">
                        <a14:foregroundMark x1="10667" y1="42500" x2="9167" y2="53000"/>
                        <a14:foregroundMark x1="9167" y1="53000" x2="10500" y2="57500"/>
                        <a14:foregroundMark x1="38000" y1="89500" x2="48500" y2="91833"/>
                        <a14:foregroundMark x1="48500" y1="91833" x2="57167" y2="91667"/>
                        <a14:foregroundMark x1="57167" y1="91667" x2="62667" y2="89167"/>
                        <a14:foregroundMark x1="88833" y1="64000" x2="90833" y2="46333"/>
                        <a14:foregroundMark x1="90833" y1="46333" x2="88667" y2="37500"/>
                        <a14:foregroundMark x1="60167" y1="11333" x2="41500" y2="10667"/>
                      </a14:backgroundRemoval>
                    </a14:imgEffect>
                  </a14:imgLayer>
                </a14:imgProps>
              </a:ext>
              <a:ext uri="{28A0092B-C50C-407E-A947-70E740481C1C}">
                <a14:useLocalDpi xmlns:a14="http://schemas.microsoft.com/office/drawing/2010/main" val="0"/>
              </a:ext>
            </a:extLst>
          </a:blip>
          <a:srcRect/>
          <a:stretch>
            <a:fillRect/>
          </a:stretch>
        </p:blipFill>
        <p:spPr bwMode="auto">
          <a:xfrm>
            <a:off x="-2857500" y="3980656"/>
            <a:ext cx="5715000" cy="57150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851E6CAA-04FC-E29D-9295-31027F4E31ED}"/>
              </a:ext>
            </a:extLst>
          </p:cNvPr>
          <p:cNvCxnSpPr>
            <a:cxnSpLocks/>
          </p:cNvCxnSpPr>
          <p:nvPr/>
        </p:nvCxnSpPr>
        <p:spPr>
          <a:xfrm flipH="1" flipV="1">
            <a:off x="-28576" y="5555457"/>
            <a:ext cx="28576" cy="2692399"/>
          </a:xfrm>
          <a:prstGeom prst="line">
            <a:avLst/>
          </a:prstGeom>
          <a:ln w="57150">
            <a:solidFill>
              <a:srgbClr val="000000">
                <a:alpha val="50196"/>
              </a:srgb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724DE231-FFCC-B1FE-B5FF-9F7A4555465C}"/>
              </a:ext>
            </a:extLst>
          </p:cNvPr>
          <p:cNvCxnSpPr>
            <a:cxnSpLocks/>
          </p:cNvCxnSpPr>
          <p:nvPr/>
        </p:nvCxnSpPr>
        <p:spPr>
          <a:xfrm flipV="1">
            <a:off x="-652089" y="5884386"/>
            <a:ext cx="1304177" cy="2034540"/>
          </a:xfrm>
          <a:prstGeom prst="line">
            <a:avLst/>
          </a:prstGeom>
          <a:ln w="57150">
            <a:solidFill>
              <a:srgbClr val="000000">
                <a:alpha val="50196"/>
              </a:srgb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CA197E8A-94AF-2C64-1A4F-64EA13F2DDAC}"/>
              </a:ext>
            </a:extLst>
          </p:cNvPr>
          <p:cNvCxnSpPr>
            <a:cxnSpLocks/>
          </p:cNvCxnSpPr>
          <p:nvPr/>
        </p:nvCxnSpPr>
        <p:spPr>
          <a:xfrm>
            <a:off x="-1295400" y="6858000"/>
            <a:ext cx="2590800" cy="0"/>
          </a:xfrm>
          <a:prstGeom prst="line">
            <a:avLst/>
          </a:prstGeom>
          <a:ln w="12700">
            <a:solidFill>
              <a:srgbClr val="FF0000">
                <a:alpha val="49804"/>
              </a:srgb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2324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repeatCount="indefinite" fill="hold" nodeType="withEffect">
                                  <p:stCondLst>
                                    <p:cond delay="0"/>
                                  </p:stCondLst>
                                  <p:childTnLst>
                                    <p:animRot by="360000000">
                                      <p:cBhvr>
                                        <p:cTn id="6" dur="20000" fill="hold"/>
                                        <p:tgtEl>
                                          <p:spTgt spid="7"/>
                                        </p:tgtEl>
                                        <p:attrNameLst>
                                          <p:attrName>r</p:attrName>
                                        </p:attrNameLst>
                                      </p:cBhvr>
                                    </p:animRot>
                                  </p:childTnLst>
                                </p:cTn>
                              </p:par>
                              <p:par>
                                <p:cTn id="7" presetID="8" presetClass="emph" presetSubtype="0" repeatCount="indefinite" fill="hold" nodeType="withEffect">
                                  <p:stCondLst>
                                    <p:cond delay="0"/>
                                  </p:stCondLst>
                                  <p:childTnLst>
                                    <p:animRot by="480000000">
                                      <p:cBhvr>
                                        <p:cTn id="8" dur="20000" fill="hold"/>
                                        <p:tgtEl>
                                          <p:spTgt spid="16"/>
                                        </p:tgtEl>
                                        <p:attrNameLst>
                                          <p:attrName>r</p:attrName>
                                        </p:attrNameLst>
                                      </p:cBhvr>
                                    </p:animRot>
                                  </p:childTnLst>
                                </p:cTn>
                              </p:par>
                              <p:par>
                                <p:cTn id="9" presetID="8" presetClass="emph" presetSubtype="0" repeatCount="indefinite" fill="hold" nodeType="withEffect">
                                  <p:stCondLst>
                                    <p:cond delay="0"/>
                                  </p:stCondLst>
                                  <p:childTnLst>
                                    <p:animRot by="540000000">
                                      <p:cBhvr>
                                        <p:cTn id="10" dur="20000" fill="hold"/>
                                        <p:tgtEl>
                                          <p:spTgt spid="2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93497F-9F6C-84AD-55D1-43417B480B4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2530AAF-B70C-3FB2-F9EA-6547470E652C}"/>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6" name="Picture 5">
            <a:extLst>
              <a:ext uri="{FF2B5EF4-FFF2-40B4-BE49-F238E27FC236}">
                <a16:creationId xmlns:a16="http://schemas.microsoft.com/office/drawing/2014/main" id="{C60DCF20-7C1D-DB1E-440B-087E2D2D49B6}"/>
              </a:ext>
            </a:extLst>
          </p:cNvPr>
          <p:cNvPicPr>
            <a:picLocks noChangeAspect="1"/>
          </p:cNvPicPr>
          <p:nvPr/>
        </p:nvPicPr>
        <p:blipFill>
          <a:blip r:embed="rId2">
            <a:alphaModFix amt="35000"/>
            <a:extLst>
              <a:ext uri="{BEBA8EAE-BF5A-486C-A8C5-ECC9F3942E4B}">
                <a14:imgProps xmlns:a14="http://schemas.microsoft.com/office/drawing/2010/main">
                  <a14:imgLayer r:embed="rId3">
                    <a14:imgEffect>
                      <a14:sharpenSoften amount="-40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F94CF32-5045-1E27-F2C8-6011DE2CF0A3}"/>
              </a:ext>
            </a:extLst>
          </p:cNvPr>
          <p:cNvSpPr>
            <a:spLocks noGrp="1"/>
          </p:cNvSpPr>
          <p:nvPr>
            <p:ph type="title"/>
          </p:nvPr>
        </p:nvSpPr>
        <p:spPr/>
        <p:txBody>
          <a:bodyPr/>
          <a:lstStyle/>
          <a:p>
            <a:r>
              <a:rPr lang="en-GB" dirty="0">
                <a:solidFill>
                  <a:schemeClr val="bg1"/>
                </a:solidFill>
              </a:rPr>
              <a:t>Run time unit testing system</a:t>
            </a:r>
          </a:p>
        </p:txBody>
      </p:sp>
      <p:sp>
        <p:nvSpPr>
          <p:cNvPr id="9" name="Rectangle 8">
            <a:extLst>
              <a:ext uri="{FF2B5EF4-FFF2-40B4-BE49-F238E27FC236}">
                <a16:creationId xmlns:a16="http://schemas.microsoft.com/office/drawing/2014/main" id="{EE215E07-E3A8-63BC-2FF9-6E3C144D146E}"/>
              </a:ext>
            </a:extLst>
          </p:cNvPr>
          <p:cNvSpPr/>
          <p:nvPr/>
        </p:nvSpPr>
        <p:spPr>
          <a:xfrm rot="21380994">
            <a:off x="8297123" y="-300704"/>
            <a:ext cx="4306128" cy="7357829"/>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4DB92C35-A879-A1AD-A422-3EBFE143BDFD}"/>
              </a:ext>
            </a:extLst>
          </p:cNvPr>
          <p:cNvSpPr/>
          <p:nvPr/>
        </p:nvSpPr>
        <p:spPr>
          <a:xfrm rot="808827">
            <a:off x="7989772" y="155290"/>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D695E43A-97EF-6D41-8CA5-704BBCBDE92D}"/>
              </a:ext>
            </a:extLst>
          </p:cNvPr>
          <p:cNvSpPr/>
          <p:nvPr/>
        </p:nvSpPr>
        <p:spPr>
          <a:xfrm rot="20508243">
            <a:off x="7989772" y="776288"/>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A77CBB77-4C3E-5FFA-F696-2961EFBD9420}"/>
              </a:ext>
            </a:extLst>
          </p:cNvPr>
          <p:cNvSpPr/>
          <p:nvPr/>
        </p:nvSpPr>
        <p:spPr>
          <a:xfrm rot="2076192">
            <a:off x="8137378" y="145261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D57669E0-4C1D-47C8-3D60-6CA5B36E4ED6}"/>
              </a:ext>
            </a:extLst>
          </p:cNvPr>
          <p:cNvSpPr/>
          <p:nvPr/>
        </p:nvSpPr>
        <p:spPr>
          <a:xfrm rot="20508243">
            <a:off x="8226573" y="2367789"/>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E442B8F9-C0BF-2AAB-3709-E8FC807E59CE}"/>
              </a:ext>
            </a:extLst>
          </p:cNvPr>
          <p:cNvSpPr/>
          <p:nvPr/>
        </p:nvSpPr>
        <p:spPr>
          <a:xfrm rot="20508243">
            <a:off x="8226574" y="2951273"/>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6ABB35B5-7A23-9104-E3A1-26C7E261ADE8}"/>
              </a:ext>
            </a:extLst>
          </p:cNvPr>
          <p:cNvSpPr/>
          <p:nvPr/>
        </p:nvSpPr>
        <p:spPr>
          <a:xfrm rot="20140826">
            <a:off x="8209390" y="3721876"/>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A062A5B0-0E99-D2C8-AAAF-C1B076700949}"/>
              </a:ext>
            </a:extLst>
          </p:cNvPr>
          <p:cNvSpPr/>
          <p:nvPr/>
        </p:nvSpPr>
        <p:spPr>
          <a:xfrm rot="20779876">
            <a:off x="8209391" y="4641960"/>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CFAC9222-50DF-58E4-D6E7-B1477BEE7ACC}"/>
              </a:ext>
            </a:extLst>
          </p:cNvPr>
          <p:cNvSpPr/>
          <p:nvPr/>
        </p:nvSpPr>
        <p:spPr>
          <a:xfrm>
            <a:off x="8238619" y="5615830"/>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9261E5A3-6C0B-B5A9-DC48-8625C4DC5A71}"/>
              </a:ext>
            </a:extLst>
          </p:cNvPr>
          <p:cNvSpPr/>
          <p:nvPr/>
        </p:nvSpPr>
        <p:spPr>
          <a:xfrm rot="20695885">
            <a:off x="8209390" y="629686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Rectangle 55">
            <a:extLst>
              <a:ext uri="{FF2B5EF4-FFF2-40B4-BE49-F238E27FC236}">
                <a16:creationId xmlns:a16="http://schemas.microsoft.com/office/drawing/2014/main" id="{E6E0B203-1D45-1D0F-E198-DB1EFEA2B6CB}"/>
              </a:ext>
            </a:extLst>
          </p:cNvPr>
          <p:cNvSpPr/>
          <p:nvPr/>
        </p:nvSpPr>
        <p:spPr>
          <a:xfrm rot="20695885">
            <a:off x="7919098" y="-344497"/>
            <a:ext cx="800950" cy="9567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9" name="Rectangle 88">
            <a:extLst>
              <a:ext uri="{FF2B5EF4-FFF2-40B4-BE49-F238E27FC236}">
                <a16:creationId xmlns:a16="http://schemas.microsoft.com/office/drawing/2014/main" id="{CC14C567-75A2-D680-89E8-8FF9131177F5}"/>
              </a:ext>
            </a:extLst>
          </p:cNvPr>
          <p:cNvSpPr/>
          <p:nvPr/>
        </p:nvSpPr>
        <p:spPr>
          <a:xfrm rot="808827">
            <a:off x="7685042" y="-6511794"/>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0" name="Rectangle 89">
            <a:extLst>
              <a:ext uri="{FF2B5EF4-FFF2-40B4-BE49-F238E27FC236}">
                <a16:creationId xmlns:a16="http://schemas.microsoft.com/office/drawing/2014/main" id="{39245FA3-95B3-8D09-2B65-C5B89773A2D8}"/>
              </a:ext>
            </a:extLst>
          </p:cNvPr>
          <p:cNvSpPr/>
          <p:nvPr/>
        </p:nvSpPr>
        <p:spPr>
          <a:xfrm rot="20508243">
            <a:off x="7685042" y="-5890796"/>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1" name="Rectangle 90">
            <a:extLst>
              <a:ext uri="{FF2B5EF4-FFF2-40B4-BE49-F238E27FC236}">
                <a16:creationId xmlns:a16="http://schemas.microsoft.com/office/drawing/2014/main" id="{DA6E417A-B5DC-B257-8E5E-9EDB725B1DA2}"/>
              </a:ext>
            </a:extLst>
          </p:cNvPr>
          <p:cNvSpPr/>
          <p:nvPr/>
        </p:nvSpPr>
        <p:spPr>
          <a:xfrm rot="2076192">
            <a:off x="7832648" y="-521446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2" name="Rectangle 91">
            <a:extLst>
              <a:ext uri="{FF2B5EF4-FFF2-40B4-BE49-F238E27FC236}">
                <a16:creationId xmlns:a16="http://schemas.microsoft.com/office/drawing/2014/main" id="{22E3C395-9D7C-82E5-6931-A22AD3EF2281}"/>
              </a:ext>
            </a:extLst>
          </p:cNvPr>
          <p:cNvSpPr/>
          <p:nvPr/>
        </p:nvSpPr>
        <p:spPr>
          <a:xfrm rot="20508243">
            <a:off x="7921843" y="-4299295"/>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3" name="Rectangle 92">
            <a:extLst>
              <a:ext uri="{FF2B5EF4-FFF2-40B4-BE49-F238E27FC236}">
                <a16:creationId xmlns:a16="http://schemas.microsoft.com/office/drawing/2014/main" id="{A00FF6DE-CD04-B256-D6ED-DB4839881FFE}"/>
              </a:ext>
            </a:extLst>
          </p:cNvPr>
          <p:cNvSpPr/>
          <p:nvPr/>
        </p:nvSpPr>
        <p:spPr>
          <a:xfrm rot="20508243">
            <a:off x="7921844" y="-3715811"/>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Rectangle 93">
            <a:extLst>
              <a:ext uri="{FF2B5EF4-FFF2-40B4-BE49-F238E27FC236}">
                <a16:creationId xmlns:a16="http://schemas.microsoft.com/office/drawing/2014/main" id="{6D85D12D-D0FC-05E4-40A9-581D844265E4}"/>
              </a:ext>
            </a:extLst>
          </p:cNvPr>
          <p:cNvSpPr/>
          <p:nvPr/>
        </p:nvSpPr>
        <p:spPr>
          <a:xfrm rot="20140826">
            <a:off x="7904660" y="-2945208"/>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Rectangle 94">
            <a:extLst>
              <a:ext uri="{FF2B5EF4-FFF2-40B4-BE49-F238E27FC236}">
                <a16:creationId xmlns:a16="http://schemas.microsoft.com/office/drawing/2014/main" id="{6FF99DB0-3A2A-FE0F-1FD9-62FB285245AD}"/>
              </a:ext>
            </a:extLst>
          </p:cNvPr>
          <p:cNvSpPr/>
          <p:nvPr/>
        </p:nvSpPr>
        <p:spPr>
          <a:xfrm rot="20779876">
            <a:off x="7904661" y="-2025124"/>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Rectangle 95">
            <a:extLst>
              <a:ext uri="{FF2B5EF4-FFF2-40B4-BE49-F238E27FC236}">
                <a16:creationId xmlns:a16="http://schemas.microsoft.com/office/drawing/2014/main" id="{90B74BE0-1044-5702-C714-CCC81B702A2C}"/>
              </a:ext>
            </a:extLst>
          </p:cNvPr>
          <p:cNvSpPr/>
          <p:nvPr/>
        </p:nvSpPr>
        <p:spPr>
          <a:xfrm>
            <a:off x="7933889" y="-1051254"/>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Rectangle 96">
            <a:extLst>
              <a:ext uri="{FF2B5EF4-FFF2-40B4-BE49-F238E27FC236}">
                <a16:creationId xmlns:a16="http://schemas.microsoft.com/office/drawing/2014/main" id="{2FF188AD-7BDF-8183-2507-6F0295DE09B9}"/>
              </a:ext>
            </a:extLst>
          </p:cNvPr>
          <p:cNvSpPr/>
          <p:nvPr/>
        </p:nvSpPr>
        <p:spPr>
          <a:xfrm rot="20695885">
            <a:off x="7904660" y="-370217"/>
            <a:ext cx="800950" cy="6810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8" name="Rectangle 97">
            <a:extLst>
              <a:ext uri="{FF2B5EF4-FFF2-40B4-BE49-F238E27FC236}">
                <a16:creationId xmlns:a16="http://schemas.microsoft.com/office/drawing/2014/main" id="{766FBD50-3705-C199-59F7-84275ABA7054}"/>
              </a:ext>
            </a:extLst>
          </p:cNvPr>
          <p:cNvSpPr/>
          <p:nvPr/>
        </p:nvSpPr>
        <p:spPr>
          <a:xfrm rot="20695885">
            <a:off x="7614368" y="-7011581"/>
            <a:ext cx="800950" cy="95678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1427FD7D-3FB1-1243-6452-61303D03211B}"/>
              </a:ext>
            </a:extLst>
          </p:cNvPr>
          <p:cNvSpPr>
            <a:spLocks noGrp="1"/>
          </p:cNvSpPr>
          <p:nvPr>
            <p:ph idx="1"/>
          </p:nvPr>
        </p:nvSpPr>
        <p:spPr>
          <a:xfrm>
            <a:off x="838201" y="1825625"/>
            <a:ext cx="7454900" cy="4351338"/>
          </a:xfrm>
        </p:spPr>
        <p:txBody>
          <a:bodyPr>
            <a:normAutofit fontScale="77500" lnSpcReduction="20000"/>
          </a:bodyPr>
          <a:lstStyle/>
          <a:p>
            <a:r>
              <a:rPr lang="en-GB" dirty="0">
                <a:solidFill>
                  <a:schemeClr val="bg1"/>
                </a:solidFill>
              </a:rPr>
              <a:t>The run time unit testing system is a unit testing library which contains two main classes which are </a:t>
            </a:r>
            <a:r>
              <a:rPr lang="en-GB" dirty="0" err="1">
                <a:solidFill>
                  <a:schemeClr val="bg1"/>
                </a:solidFill>
              </a:rPr>
              <a:t>RTUTSTreeConstructor</a:t>
            </a:r>
            <a:r>
              <a:rPr lang="en-GB" dirty="0">
                <a:solidFill>
                  <a:schemeClr val="bg1"/>
                </a:solidFill>
              </a:rPr>
              <a:t>, and </a:t>
            </a:r>
            <a:r>
              <a:rPr lang="en-GB" dirty="0" err="1">
                <a:solidFill>
                  <a:schemeClr val="bg1"/>
                </a:solidFill>
              </a:rPr>
              <a:t>RTUTSBindedListConstructor</a:t>
            </a:r>
            <a:r>
              <a:rPr lang="en-GB" dirty="0">
                <a:solidFill>
                  <a:schemeClr val="bg1"/>
                </a:solidFill>
              </a:rPr>
              <a:t>.</a:t>
            </a:r>
          </a:p>
          <a:p>
            <a:endParaRPr lang="en-GB" dirty="0">
              <a:solidFill>
                <a:schemeClr val="bg1"/>
              </a:solidFill>
            </a:endParaRPr>
          </a:p>
          <a:p>
            <a:r>
              <a:rPr lang="en-GB" dirty="0">
                <a:solidFill>
                  <a:schemeClr val="bg1"/>
                </a:solidFill>
              </a:rPr>
              <a:t>When a object of theses classes is created, function names can then be passed to it then those functions/test will be executed if they also return </a:t>
            </a:r>
            <a:r>
              <a:rPr lang="en-GB" dirty="0" err="1">
                <a:solidFill>
                  <a:schemeClr val="bg1"/>
                </a:solidFill>
              </a:rPr>
              <a:t>RTUTSUnitTestResults</a:t>
            </a:r>
            <a:r>
              <a:rPr lang="en-GB" dirty="0">
                <a:solidFill>
                  <a:schemeClr val="bg1"/>
                </a:solidFill>
              </a:rPr>
              <a:t> which is a object that can contain anything you wish to be returned from a test.</a:t>
            </a:r>
          </a:p>
          <a:p>
            <a:endParaRPr lang="en-GB" dirty="0">
              <a:solidFill>
                <a:schemeClr val="bg1"/>
              </a:solidFill>
            </a:endParaRPr>
          </a:p>
          <a:p>
            <a:r>
              <a:rPr lang="en-GB" dirty="0">
                <a:solidFill>
                  <a:schemeClr val="bg1"/>
                </a:solidFill>
              </a:rPr>
              <a:t>Once </a:t>
            </a:r>
            <a:r>
              <a:rPr lang="en-GB" dirty="0" err="1">
                <a:solidFill>
                  <a:schemeClr val="bg1"/>
                </a:solidFill>
              </a:rPr>
              <a:t>RunTests</a:t>
            </a:r>
            <a:r>
              <a:rPr lang="en-GB" dirty="0">
                <a:solidFill>
                  <a:schemeClr val="bg1"/>
                </a:solidFill>
              </a:rPr>
              <a:t> has been executed on the object the results can then be sent out to the console by sending the constructors data container to </a:t>
            </a:r>
            <a:r>
              <a:rPr lang="en-GB" dirty="0" err="1">
                <a:solidFill>
                  <a:schemeClr val="bg1"/>
                </a:solidFill>
              </a:rPr>
              <a:t>ConOutputTestResults</a:t>
            </a:r>
            <a:r>
              <a:rPr lang="en-GB" dirty="0">
                <a:solidFill>
                  <a:schemeClr val="bg1"/>
                </a:solidFill>
              </a:rPr>
              <a:t>.</a:t>
            </a:r>
          </a:p>
          <a:p>
            <a:endParaRPr lang="en-GB" dirty="0">
              <a:solidFill>
                <a:schemeClr val="bg1"/>
              </a:solidFill>
            </a:endParaRPr>
          </a:p>
          <a:p>
            <a:endParaRPr lang="en-GB" dirty="0">
              <a:solidFill>
                <a:schemeClr val="bg1"/>
              </a:solidFill>
            </a:endParaRPr>
          </a:p>
        </p:txBody>
      </p:sp>
      <p:pic>
        <p:nvPicPr>
          <p:cNvPr id="8" name="Picture 7">
            <a:extLst>
              <a:ext uri="{FF2B5EF4-FFF2-40B4-BE49-F238E27FC236}">
                <a16:creationId xmlns:a16="http://schemas.microsoft.com/office/drawing/2014/main" id="{9D8306CF-6A10-16B0-50DE-BCE5E69B3AA4}"/>
              </a:ext>
            </a:extLst>
          </p:cNvPr>
          <p:cNvPicPr>
            <a:picLocks noChangeAspect="1"/>
          </p:cNvPicPr>
          <p:nvPr/>
        </p:nvPicPr>
        <p:blipFill>
          <a:blip r:embed="rId4">
            <a:extLst>
              <a:ext uri="{28A0092B-C50C-407E-A947-70E740481C1C}">
                <a14:useLocalDpi xmlns:a14="http://schemas.microsoft.com/office/drawing/2010/main" val="0"/>
              </a:ext>
            </a:extLst>
          </a:blip>
          <a:srcRect r="57812"/>
          <a:stretch>
            <a:fillRect/>
          </a:stretch>
        </p:blipFill>
        <p:spPr>
          <a:xfrm>
            <a:off x="8544560" y="1825625"/>
            <a:ext cx="3520439" cy="3915569"/>
          </a:xfrm>
          <a:prstGeom prst="rect">
            <a:avLst/>
          </a:prstGeom>
        </p:spPr>
      </p:pic>
    </p:spTree>
    <p:extLst>
      <p:ext uri="{BB962C8B-B14F-4D97-AF65-F5344CB8AC3E}">
        <p14:creationId xmlns:p14="http://schemas.microsoft.com/office/powerpoint/2010/main" val="2779587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repeatCount="indefinite" autoRev="1" fill="hold" grpId="0" nodeType="withEffect">
                                  <p:stCondLst>
                                    <p:cond delay="0"/>
                                  </p:stCondLst>
                                  <p:childTnLst>
                                    <p:animMotion origin="layout" path="M -1.04167E-6 -2.22222E-6 L 0.02253 0.95556 " pathEditMode="relative" rAng="0" ptsTypes="AA">
                                      <p:cBhvr>
                                        <p:cTn id="6" dur="40000" fill="hold"/>
                                        <p:tgtEl>
                                          <p:spTgt spid="10"/>
                                        </p:tgtEl>
                                        <p:attrNameLst>
                                          <p:attrName>ppt_x</p:attrName>
                                          <p:attrName>ppt_y</p:attrName>
                                        </p:attrNameLst>
                                      </p:cBhvr>
                                      <p:rCtr x="1120" y="47778"/>
                                    </p:animMotion>
                                  </p:childTnLst>
                                </p:cTn>
                              </p:par>
                              <p:par>
                                <p:cTn id="7" presetID="42" presetClass="path" presetSubtype="0" repeatCount="indefinite" autoRev="1" fill="hold" grpId="0" nodeType="withEffect">
                                  <p:stCondLst>
                                    <p:cond delay="0"/>
                                  </p:stCondLst>
                                  <p:childTnLst>
                                    <p:animMotion origin="layout" path="M -1.04167E-6 -1.48148E-6 L 0.02253 0.95556 " pathEditMode="relative" rAng="0" ptsTypes="AA">
                                      <p:cBhvr>
                                        <p:cTn id="8" dur="40000" fill="hold"/>
                                        <p:tgtEl>
                                          <p:spTgt spid="11"/>
                                        </p:tgtEl>
                                        <p:attrNameLst>
                                          <p:attrName>ppt_x</p:attrName>
                                          <p:attrName>ppt_y</p:attrName>
                                        </p:attrNameLst>
                                      </p:cBhvr>
                                      <p:rCtr x="1120" y="47778"/>
                                    </p:animMotion>
                                  </p:childTnLst>
                                </p:cTn>
                              </p:par>
                              <p:par>
                                <p:cTn id="9" presetID="42" presetClass="path" presetSubtype="0" repeatCount="indefinite" autoRev="1" fill="hold" grpId="0" nodeType="withEffect">
                                  <p:stCondLst>
                                    <p:cond delay="0"/>
                                  </p:stCondLst>
                                  <p:childTnLst>
                                    <p:animMotion origin="layout" path="M -4.16667E-7 -2.59259E-6 L 0.02253 0.95556 " pathEditMode="relative" rAng="0" ptsTypes="AA">
                                      <p:cBhvr>
                                        <p:cTn id="10" dur="40000" fill="hold"/>
                                        <p:tgtEl>
                                          <p:spTgt spid="12"/>
                                        </p:tgtEl>
                                        <p:attrNameLst>
                                          <p:attrName>ppt_x</p:attrName>
                                          <p:attrName>ppt_y</p:attrName>
                                        </p:attrNameLst>
                                      </p:cBhvr>
                                      <p:rCtr x="1120" y="47778"/>
                                    </p:animMotion>
                                  </p:childTnLst>
                                </p:cTn>
                              </p:par>
                              <p:par>
                                <p:cTn id="11" presetID="42" presetClass="path" presetSubtype="0" repeatCount="indefinite" autoRev="1" fill="hold" grpId="0" nodeType="withEffect">
                                  <p:stCondLst>
                                    <p:cond delay="0"/>
                                  </p:stCondLst>
                                  <p:childTnLst>
                                    <p:animMotion origin="layout" path="M -2.08333E-6 2.59259E-6 L 0.02253 0.95555 " pathEditMode="relative" rAng="0" ptsTypes="AA">
                                      <p:cBhvr>
                                        <p:cTn id="12" dur="40000" fill="hold"/>
                                        <p:tgtEl>
                                          <p:spTgt spid="13"/>
                                        </p:tgtEl>
                                        <p:attrNameLst>
                                          <p:attrName>ppt_x</p:attrName>
                                          <p:attrName>ppt_y</p:attrName>
                                        </p:attrNameLst>
                                      </p:cBhvr>
                                      <p:rCtr x="1120" y="47778"/>
                                    </p:animMotion>
                                  </p:childTnLst>
                                </p:cTn>
                              </p:par>
                              <p:par>
                                <p:cTn id="13" presetID="42" presetClass="path" presetSubtype="0" repeatCount="indefinite" autoRev="1" fill="hold" grpId="0" nodeType="withEffect">
                                  <p:stCondLst>
                                    <p:cond delay="0"/>
                                  </p:stCondLst>
                                  <p:childTnLst>
                                    <p:animMotion origin="layout" path="M -2.08333E-6 -1.11111E-6 L 0.02253 0.95556 " pathEditMode="relative" rAng="0" ptsTypes="AA">
                                      <p:cBhvr>
                                        <p:cTn id="14" dur="40000" fill="hold"/>
                                        <p:tgtEl>
                                          <p:spTgt spid="14"/>
                                        </p:tgtEl>
                                        <p:attrNameLst>
                                          <p:attrName>ppt_x</p:attrName>
                                          <p:attrName>ppt_y</p:attrName>
                                        </p:attrNameLst>
                                      </p:cBhvr>
                                      <p:rCtr x="1120" y="47778"/>
                                    </p:animMotion>
                                  </p:childTnLst>
                                </p:cTn>
                              </p:par>
                              <p:par>
                                <p:cTn id="15" presetID="42" presetClass="path" presetSubtype="0" repeatCount="indefinite" autoRev="1" fill="hold" grpId="0" nodeType="withEffect">
                                  <p:stCondLst>
                                    <p:cond delay="0"/>
                                  </p:stCondLst>
                                  <p:childTnLst>
                                    <p:animMotion origin="layout" path="M 2.08333E-7 3.7037E-7 L 0.02253 0.95556 " pathEditMode="relative" rAng="0" ptsTypes="AA">
                                      <p:cBhvr>
                                        <p:cTn id="16" dur="40000" fill="hold"/>
                                        <p:tgtEl>
                                          <p:spTgt spid="15"/>
                                        </p:tgtEl>
                                        <p:attrNameLst>
                                          <p:attrName>ppt_x</p:attrName>
                                          <p:attrName>ppt_y</p:attrName>
                                        </p:attrNameLst>
                                      </p:cBhvr>
                                      <p:rCtr x="1120" y="47778"/>
                                    </p:animMotion>
                                  </p:childTnLst>
                                </p:cTn>
                              </p:par>
                              <p:par>
                                <p:cTn id="17" presetID="42" presetClass="path" presetSubtype="0" repeatCount="indefinite" autoRev="1" fill="hold" grpId="0" nodeType="withEffect">
                                  <p:stCondLst>
                                    <p:cond delay="0"/>
                                  </p:stCondLst>
                                  <p:childTnLst>
                                    <p:animMotion origin="layout" path="M 2.08333E-7 1.11111E-6 L 0.02253 0.95555 " pathEditMode="relative" rAng="0" ptsTypes="AA">
                                      <p:cBhvr>
                                        <p:cTn id="18" dur="40000" fill="hold"/>
                                        <p:tgtEl>
                                          <p:spTgt spid="17"/>
                                        </p:tgtEl>
                                        <p:attrNameLst>
                                          <p:attrName>ppt_x</p:attrName>
                                          <p:attrName>ppt_y</p:attrName>
                                        </p:attrNameLst>
                                      </p:cBhvr>
                                      <p:rCtr x="1120" y="47778"/>
                                    </p:animMotion>
                                  </p:childTnLst>
                                </p:cTn>
                              </p:par>
                              <p:par>
                                <p:cTn id="19" presetID="42" presetClass="path" presetSubtype="0" repeatCount="indefinite" autoRev="1" fill="hold" grpId="0" nodeType="withEffect">
                                  <p:stCondLst>
                                    <p:cond delay="0"/>
                                  </p:stCondLst>
                                  <p:childTnLst>
                                    <p:animMotion origin="layout" path="M -3.75E-6 1.48148E-6 L 0.02253 0.95555 " pathEditMode="relative" rAng="0" ptsTypes="AA">
                                      <p:cBhvr>
                                        <p:cTn id="20" dur="40000" fill="hold"/>
                                        <p:tgtEl>
                                          <p:spTgt spid="18"/>
                                        </p:tgtEl>
                                        <p:attrNameLst>
                                          <p:attrName>ppt_x</p:attrName>
                                          <p:attrName>ppt_y</p:attrName>
                                        </p:attrNameLst>
                                      </p:cBhvr>
                                      <p:rCtr x="1120" y="47778"/>
                                    </p:animMotion>
                                  </p:childTnLst>
                                </p:cTn>
                              </p:par>
                              <p:par>
                                <p:cTn id="21" presetID="42" presetClass="path" presetSubtype="0" repeatCount="indefinite" autoRev="1" fill="hold" grpId="0" nodeType="withEffect">
                                  <p:stCondLst>
                                    <p:cond delay="0"/>
                                  </p:stCondLst>
                                  <p:childTnLst>
                                    <p:animMotion origin="layout" path="M 2.08333E-7 -4.07407E-6 L 0.02253 0.95556 " pathEditMode="relative" rAng="0" ptsTypes="AA">
                                      <p:cBhvr>
                                        <p:cTn id="22" dur="40000" fill="hold"/>
                                        <p:tgtEl>
                                          <p:spTgt spid="19"/>
                                        </p:tgtEl>
                                        <p:attrNameLst>
                                          <p:attrName>ppt_x</p:attrName>
                                          <p:attrName>ppt_y</p:attrName>
                                        </p:attrNameLst>
                                      </p:cBhvr>
                                      <p:rCtr x="1120" y="47778"/>
                                    </p:animMotion>
                                  </p:childTnLst>
                                </p:cTn>
                              </p:par>
                              <p:par>
                                <p:cTn id="23" presetID="42" presetClass="path" presetSubtype="0" repeatCount="indefinite" autoRev="1" fill="hold" grpId="0" nodeType="withEffect">
                                  <p:stCondLst>
                                    <p:cond delay="0"/>
                                  </p:stCondLst>
                                  <p:childTnLst>
                                    <p:animMotion origin="layout" path="M -1.66667E-6 -4.44444E-6 L 0.02253 0.95556 " pathEditMode="relative" rAng="0" ptsTypes="AA">
                                      <p:cBhvr>
                                        <p:cTn id="24" dur="40000" fill="hold"/>
                                        <p:tgtEl>
                                          <p:spTgt spid="56"/>
                                        </p:tgtEl>
                                        <p:attrNameLst>
                                          <p:attrName>ppt_x</p:attrName>
                                          <p:attrName>ppt_y</p:attrName>
                                        </p:attrNameLst>
                                      </p:cBhvr>
                                      <p:rCtr x="1120" y="47778"/>
                                    </p:animMotion>
                                  </p:childTnLst>
                                </p:cTn>
                              </p:par>
                              <p:par>
                                <p:cTn id="25" presetID="42" presetClass="path" presetSubtype="0" repeatCount="indefinite" autoRev="1" fill="hold" grpId="0" nodeType="withEffect">
                                  <p:stCondLst>
                                    <p:cond delay="0"/>
                                  </p:stCondLst>
                                  <p:childTnLst>
                                    <p:animMotion origin="layout" path="M -1.04167E-6 -1.48148E-6 L 0.02253 0.95556 " pathEditMode="relative" rAng="0" ptsTypes="AA">
                                      <p:cBhvr>
                                        <p:cTn id="26" dur="40000" fill="hold"/>
                                        <p:tgtEl>
                                          <p:spTgt spid="89"/>
                                        </p:tgtEl>
                                        <p:attrNameLst>
                                          <p:attrName>ppt_x</p:attrName>
                                          <p:attrName>ppt_y</p:attrName>
                                        </p:attrNameLst>
                                      </p:cBhvr>
                                      <p:rCtr x="1120" y="47778"/>
                                    </p:animMotion>
                                  </p:childTnLst>
                                </p:cTn>
                              </p:par>
                              <p:par>
                                <p:cTn id="27" presetID="42" presetClass="path" presetSubtype="0" repeatCount="indefinite" autoRev="1" fill="hold" grpId="0" nodeType="withEffect">
                                  <p:stCondLst>
                                    <p:cond delay="0"/>
                                  </p:stCondLst>
                                  <p:childTnLst>
                                    <p:animMotion origin="layout" path="M -1.04167E-6 -7.40741E-7 L 0.02253 0.95556 " pathEditMode="relative" rAng="0" ptsTypes="AA">
                                      <p:cBhvr>
                                        <p:cTn id="28" dur="40000" fill="hold"/>
                                        <p:tgtEl>
                                          <p:spTgt spid="90"/>
                                        </p:tgtEl>
                                        <p:attrNameLst>
                                          <p:attrName>ppt_x</p:attrName>
                                          <p:attrName>ppt_y</p:attrName>
                                        </p:attrNameLst>
                                      </p:cBhvr>
                                      <p:rCtr x="1120" y="47778"/>
                                    </p:animMotion>
                                  </p:childTnLst>
                                </p:cTn>
                              </p:par>
                              <p:par>
                                <p:cTn id="29" presetID="42" presetClass="path" presetSubtype="0" repeatCount="indefinite" autoRev="1" fill="hold" grpId="0" nodeType="withEffect">
                                  <p:stCondLst>
                                    <p:cond delay="0"/>
                                  </p:stCondLst>
                                  <p:childTnLst>
                                    <p:animMotion origin="layout" path="M -4.16667E-7 -1.85185E-6 L 0.02253 0.95556 " pathEditMode="relative" rAng="0" ptsTypes="AA">
                                      <p:cBhvr>
                                        <p:cTn id="30" dur="40000" fill="hold"/>
                                        <p:tgtEl>
                                          <p:spTgt spid="91"/>
                                        </p:tgtEl>
                                        <p:attrNameLst>
                                          <p:attrName>ppt_x</p:attrName>
                                          <p:attrName>ppt_y</p:attrName>
                                        </p:attrNameLst>
                                      </p:cBhvr>
                                      <p:rCtr x="1120" y="47778"/>
                                    </p:animMotion>
                                  </p:childTnLst>
                                </p:cTn>
                              </p:par>
                              <p:par>
                                <p:cTn id="31" presetID="42" presetClass="path" presetSubtype="0" repeatCount="indefinite" autoRev="1" fill="hold" grpId="0" nodeType="withEffect">
                                  <p:stCondLst>
                                    <p:cond delay="0"/>
                                  </p:stCondLst>
                                  <p:childTnLst>
                                    <p:animMotion origin="layout" path="M -2.08333E-6 3.33333E-6 L 0.02253 0.95555 " pathEditMode="relative" rAng="0" ptsTypes="AA">
                                      <p:cBhvr>
                                        <p:cTn id="32" dur="40000" fill="hold"/>
                                        <p:tgtEl>
                                          <p:spTgt spid="92"/>
                                        </p:tgtEl>
                                        <p:attrNameLst>
                                          <p:attrName>ppt_x</p:attrName>
                                          <p:attrName>ppt_y</p:attrName>
                                        </p:attrNameLst>
                                      </p:cBhvr>
                                      <p:rCtr x="1120" y="47778"/>
                                    </p:animMotion>
                                  </p:childTnLst>
                                </p:cTn>
                              </p:par>
                              <p:par>
                                <p:cTn id="33" presetID="42" presetClass="path" presetSubtype="0" repeatCount="indefinite" autoRev="1" fill="hold" grpId="0" nodeType="withEffect">
                                  <p:stCondLst>
                                    <p:cond delay="0"/>
                                  </p:stCondLst>
                                  <p:childTnLst>
                                    <p:animMotion origin="layout" path="M -2.08333E-6 -3.7037E-7 L 0.02253 0.95556 " pathEditMode="relative" rAng="0" ptsTypes="AA">
                                      <p:cBhvr>
                                        <p:cTn id="34" dur="40000" fill="hold"/>
                                        <p:tgtEl>
                                          <p:spTgt spid="93"/>
                                        </p:tgtEl>
                                        <p:attrNameLst>
                                          <p:attrName>ppt_x</p:attrName>
                                          <p:attrName>ppt_y</p:attrName>
                                        </p:attrNameLst>
                                      </p:cBhvr>
                                      <p:rCtr x="1120" y="47778"/>
                                    </p:animMotion>
                                  </p:childTnLst>
                                </p:cTn>
                              </p:par>
                              <p:par>
                                <p:cTn id="35" presetID="42" presetClass="path" presetSubtype="0" repeatCount="indefinite" autoRev="1" fill="hold" grpId="0" nodeType="withEffect">
                                  <p:stCondLst>
                                    <p:cond delay="0"/>
                                  </p:stCondLst>
                                  <p:childTnLst>
                                    <p:animMotion origin="layout" path="M 2.08333E-7 -3.7037E-7 L 0.02253 0.95556 " pathEditMode="relative" rAng="0" ptsTypes="AA">
                                      <p:cBhvr>
                                        <p:cTn id="36" dur="40000" fill="hold"/>
                                        <p:tgtEl>
                                          <p:spTgt spid="94"/>
                                        </p:tgtEl>
                                        <p:attrNameLst>
                                          <p:attrName>ppt_x</p:attrName>
                                          <p:attrName>ppt_y</p:attrName>
                                        </p:attrNameLst>
                                      </p:cBhvr>
                                      <p:rCtr x="1120" y="47778"/>
                                    </p:animMotion>
                                  </p:childTnLst>
                                </p:cTn>
                              </p:par>
                              <p:par>
                                <p:cTn id="37" presetID="42" presetClass="path" presetSubtype="0" repeatCount="indefinite" autoRev="1" fill="hold" grpId="0" nodeType="withEffect">
                                  <p:stCondLst>
                                    <p:cond delay="0"/>
                                  </p:stCondLst>
                                  <p:childTnLst>
                                    <p:animMotion origin="layout" path="M 2.08333E-7 1.85185E-6 L 0.02253 0.95555 " pathEditMode="relative" rAng="0" ptsTypes="AA">
                                      <p:cBhvr>
                                        <p:cTn id="38" dur="40000" fill="hold"/>
                                        <p:tgtEl>
                                          <p:spTgt spid="95"/>
                                        </p:tgtEl>
                                        <p:attrNameLst>
                                          <p:attrName>ppt_x</p:attrName>
                                          <p:attrName>ppt_y</p:attrName>
                                        </p:attrNameLst>
                                      </p:cBhvr>
                                      <p:rCtr x="1120" y="47778"/>
                                    </p:animMotion>
                                  </p:childTnLst>
                                </p:cTn>
                              </p:par>
                              <p:par>
                                <p:cTn id="39" presetID="42" presetClass="path" presetSubtype="0" repeatCount="indefinite" autoRev="1" fill="hold" grpId="0" nodeType="withEffect">
                                  <p:stCondLst>
                                    <p:cond delay="0"/>
                                  </p:stCondLst>
                                  <p:childTnLst>
                                    <p:animMotion origin="layout" path="M -3.75E-6 2.22222E-6 L 0.02253 0.95555 " pathEditMode="relative" rAng="0" ptsTypes="AA">
                                      <p:cBhvr>
                                        <p:cTn id="40" dur="40000" fill="hold"/>
                                        <p:tgtEl>
                                          <p:spTgt spid="96"/>
                                        </p:tgtEl>
                                        <p:attrNameLst>
                                          <p:attrName>ppt_x</p:attrName>
                                          <p:attrName>ppt_y</p:attrName>
                                        </p:attrNameLst>
                                      </p:cBhvr>
                                      <p:rCtr x="1120" y="47778"/>
                                    </p:animMotion>
                                  </p:childTnLst>
                                </p:cTn>
                              </p:par>
                              <p:par>
                                <p:cTn id="41" presetID="42" presetClass="path" presetSubtype="0" repeatCount="indefinite" autoRev="1" fill="hold" grpId="0" nodeType="withEffect">
                                  <p:stCondLst>
                                    <p:cond delay="0"/>
                                  </p:stCondLst>
                                  <p:childTnLst>
                                    <p:animMotion origin="layout" path="M 2.08333E-7 -3.33333E-6 L 0.02253 0.95556 " pathEditMode="relative" rAng="0" ptsTypes="AA">
                                      <p:cBhvr>
                                        <p:cTn id="42" dur="40000" fill="hold"/>
                                        <p:tgtEl>
                                          <p:spTgt spid="97"/>
                                        </p:tgtEl>
                                        <p:attrNameLst>
                                          <p:attrName>ppt_x</p:attrName>
                                          <p:attrName>ppt_y</p:attrName>
                                        </p:attrNameLst>
                                      </p:cBhvr>
                                      <p:rCtr x="1120" y="47778"/>
                                    </p:animMotion>
                                  </p:childTnLst>
                                </p:cTn>
                              </p:par>
                              <p:par>
                                <p:cTn id="43" presetID="42" presetClass="path" presetSubtype="0" repeatCount="indefinite" autoRev="1" fill="hold" grpId="0" nodeType="withEffect">
                                  <p:stCondLst>
                                    <p:cond delay="0"/>
                                  </p:stCondLst>
                                  <p:childTnLst>
                                    <p:animMotion origin="layout" path="M -1.66667E-6 -3.7037E-6 L 0.02253 0.95556 " pathEditMode="relative" rAng="0" ptsTypes="AA">
                                      <p:cBhvr>
                                        <p:cTn id="44" dur="40000" fill="hold"/>
                                        <p:tgtEl>
                                          <p:spTgt spid="98"/>
                                        </p:tgtEl>
                                        <p:attrNameLst>
                                          <p:attrName>ppt_x</p:attrName>
                                          <p:attrName>ppt_y</p:attrName>
                                        </p:attrNameLst>
                                      </p:cBhvr>
                                      <p:rCtr x="1120" y="47778"/>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7" grpId="0" animBg="1"/>
      <p:bldP spid="18" grpId="0" animBg="1"/>
      <p:bldP spid="19" grpId="0" animBg="1"/>
      <p:bldP spid="56"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94C14-EA8C-0B99-954B-F3F6FAFF962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438DAA3-E097-A8A5-A3F3-615EAEB00C5E}"/>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7" name="Picture 6">
            <a:extLst>
              <a:ext uri="{FF2B5EF4-FFF2-40B4-BE49-F238E27FC236}">
                <a16:creationId xmlns:a16="http://schemas.microsoft.com/office/drawing/2014/main" id="{887ED78D-2E1F-55AC-6377-218292470EF2}"/>
              </a:ext>
            </a:extLst>
          </p:cNvPr>
          <p:cNvPicPr>
            <a:picLocks noChangeAspect="1"/>
          </p:cNvPicPr>
          <p:nvPr/>
        </p:nvPicPr>
        <p:blipFill>
          <a:blip r:embed="rId3">
            <a:alphaModFix amt="20000"/>
            <a:extLst>
              <a:ext uri="{BEBA8EAE-BF5A-486C-A8C5-ECC9F3942E4B}">
                <a14:imgProps xmlns:a14="http://schemas.microsoft.com/office/drawing/2010/main">
                  <a14:imgLayer r:embed="rId4">
                    <a14:imgEffect>
                      <a14:sharpenSoften amount="-30000"/>
                    </a14:imgEffect>
                  </a14:imgLayer>
                </a14:imgProps>
              </a:ex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5" name="Rectangle 4">
            <a:extLst>
              <a:ext uri="{FF2B5EF4-FFF2-40B4-BE49-F238E27FC236}">
                <a16:creationId xmlns:a16="http://schemas.microsoft.com/office/drawing/2014/main" id="{BB4C07BE-3DE8-272B-F2F0-BE3D610E0B66}"/>
              </a:ext>
            </a:extLst>
          </p:cNvPr>
          <p:cNvSpPr/>
          <p:nvPr/>
        </p:nvSpPr>
        <p:spPr>
          <a:xfrm rot="726871">
            <a:off x="8990839" y="-300110"/>
            <a:ext cx="4306128" cy="7765843"/>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A87D70AF-8C54-0610-4C5A-1F63060551C6}"/>
              </a:ext>
            </a:extLst>
          </p:cNvPr>
          <p:cNvSpPr>
            <a:spLocks noGrp="1"/>
          </p:cNvSpPr>
          <p:nvPr>
            <p:ph idx="1"/>
          </p:nvPr>
        </p:nvSpPr>
        <p:spPr>
          <a:xfrm>
            <a:off x="838200" y="1825625"/>
            <a:ext cx="7213600" cy="4351338"/>
          </a:xfrm>
        </p:spPr>
        <p:txBody>
          <a:bodyPr>
            <a:normAutofit fontScale="92500" lnSpcReduction="20000"/>
          </a:bodyPr>
          <a:lstStyle/>
          <a:p>
            <a:r>
              <a:rPr lang="en-GB" dirty="0">
                <a:solidFill>
                  <a:schemeClr val="bg1"/>
                </a:solidFill>
              </a:rPr>
              <a:t>This is a program that  I made, and I made as a means of handling data sent out by </a:t>
            </a:r>
            <a:r>
              <a:rPr lang="en-GB" dirty="0" err="1">
                <a:solidFill>
                  <a:schemeClr val="bg1"/>
                </a:solidFill>
              </a:rPr>
              <a:t>ExtOutputTestResults</a:t>
            </a:r>
            <a:r>
              <a:rPr lang="en-GB" dirty="0">
                <a:solidFill>
                  <a:schemeClr val="bg1"/>
                </a:solidFill>
              </a:rPr>
              <a:t>, particularly all the stuff that is unique to this unit testing system because the visual studios test view isn’t very good at handling unique data such as issue descriptions than can change base on test results and severity codes.</a:t>
            </a:r>
          </a:p>
          <a:p>
            <a:endParaRPr lang="en-GB" dirty="0">
              <a:solidFill>
                <a:schemeClr val="bg1"/>
              </a:solidFill>
            </a:endParaRPr>
          </a:p>
          <a:p>
            <a:r>
              <a:rPr lang="en-GB" dirty="0">
                <a:solidFill>
                  <a:schemeClr val="bg1"/>
                </a:solidFill>
              </a:rPr>
              <a:t>The program can consolidate all the results from different parts of the engine into one output and it can provide more help to track down issues than the normal console output.</a:t>
            </a:r>
          </a:p>
        </p:txBody>
      </p:sp>
      <p:sp>
        <p:nvSpPr>
          <p:cNvPr id="18" name="Hexagon 17">
            <a:extLst>
              <a:ext uri="{FF2B5EF4-FFF2-40B4-BE49-F238E27FC236}">
                <a16:creationId xmlns:a16="http://schemas.microsoft.com/office/drawing/2014/main" id="{B295EC86-2BED-3C11-9D3D-8A84ADDDF76A}"/>
              </a:ext>
            </a:extLst>
          </p:cNvPr>
          <p:cNvSpPr/>
          <p:nvPr/>
        </p:nvSpPr>
        <p:spPr>
          <a:xfrm>
            <a:off x="9384755" y="-58232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Hexagon 33">
            <a:extLst>
              <a:ext uri="{FF2B5EF4-FFF2-40B4-BE49-F238E27FC236}">
                <a16:creationId xmlns:a16="http://schemas.microsoft.com/office/drawing/2014/main" id="{723AE3B7-E1D6-E7A6-9D7D-AA84484C140F}"/>
              </a:ext>
            </a:extLst>
          </p:cNvPr>
          <p:cNvSpPr/>
          <p:nvPr/>
        </p:nvSpPr>
        <p:spPr>
          <a:xfrm rot="19264623">
            <a:off x="9223575" y="133433"/>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Hexagon 34">
            <a:extLst>
              <a:ext uri="{FF2B5EF4-FFF2-40B4-BE49-F238E27FC236}">
                <a16:creationId xmlns:a16="http://schemas.microsoft.com/office/drawing/2014/main" id="{3D729799-3A9A-8663-E53A-C7B9CDDB7454}"/>
              </a:ext>
            </a:extLst>
          </p:cNvPr>
          <p:cNvSpPr/>
          <p:nvPr/>
        </p:nvSpPr>
        <p:spPr>
          <a:xfrm rot="2400449">
            <a:off x="9051831" y="129504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Hexagon 35">
            <a:extLst>
              <a:ext uri="{FF2B5EF4-FFF2-40B4-BE49-F238E27FC236}">
                <a16:creationId xmlns:a16="http://schemas.microsoft.com/office/drawing/2014/main" id="{DA0E4879-3C9A-912F-D103-F0C7B998735B}"/>
              </a:ext>
            </a:extLst>
          </p:cNvPr>
          <p:cNvSpPr/>
          <p:nvPr/>
        </p:nvSpPr>
        <p:spPr>
          <a:xfrm rot="4603860">
            <a:off x="8852778" y="2420721"/>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Hexagon 36">
            <a:extLst>
              <a:ext uri="{FF2B5EF4-FFF2-40B4-BE49-F238E27FC236}">
                <a16:creationId xmlns:a16="http://schemas.microsoft.com/office/drawing/2014/main" id="{823C9178-9A2F-ACAC-E967-D9631AE58248}"/>
              </a:ext>
            </a:extLst>
          </p:cNvPr>
          <p:cNvSpPr/>
          <p:nvPr/>
        </p:nvSpPr>
        <p:spPr>
          <a:xfrm rot="7419595">
            <a:off x="8547446" y="3565350"/>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Hexagon 37">
            <a:extLst>
              <a:ext uri="{FF2B5EF4-FFF2-40B4-BE49-F238E27FC236}">
                <a16:creationId xmlns:a16="http://schemas.microsoft.com/office/drawing/2014/main" id="{C8AA2036-173F-8698-2C56-766114E17BAE}"/>
              </a:ext>
            </a:extLst>
          </p:cNvPr>
          <p:cNvSpPr/>
          <p:nvPr/>
        </p:nvSpPr>
        <p:spPr>
          <a:xfrm rot="588707">
            <a:off x="8230516" y="4931806"/>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Hexagon 38">
            <a:extLst>
              <a:ext uri="{FF2B5EF4-FFF2-40B4-BE49-F238E27FC236}">
                <a16:creationId xmlns:a16="http://schemas.microsoft.com/office/drawing/2014/main" id="{E61B0017-FDA9-87AE-27F2-E727672FDE2D}"/>
              </a:ext>
            </a:extLst>
          </p:cNvPr>
          <p:cNvSpPr/>
          <p:nvPr/>
        </p:nvSpPr>
        <p:spPr>
          <a:xfrm rot="20352799">
            <a:off x="8112534" y="591030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Hexagon 39">
            <a:extLst>
              <a:ext uri="{FF2B5EF4-FFF2-40B4-BE49-F238E27FC236}">
                <a16:creationId xmlns:a16="http://schemas.microsoft.com/office/drawing/2014/main" id="{21747EBA-B811-109F-B46A-493B55ABE979}"/>
              </a:ext>
            </a:extLst>
          </p:cNvPr>
          <p:cNvSpPr/>
          <p:nvPr/>
        </p:nvSpPr>
        <p:spPr>
          <a:xfrm rot="20716380">
            <a:off x="8278460" y="559142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Hexagon 40">
            <a:extLst>
              <a:ext uri="{FF2B5EF4-FFF2-40B4-BE49-F238E27FC236}">
                <a16:creationId xmlns:a16="http://schemas.microsoft.com/office/drawing/2014/main" id="{CC6588E1-B368-56F7-5990-8F2DC8A8013D}"/>
              </a:ext>
            </a:extLst>
          </p:cNvPr>
          <p:cNvSpPr/>
          <p:nvPr/>
        </p:nvSpPr>
        <p:spPr>
          <a:xfrm rot="588707">
            <a:off x="8836560" y="2977779"/>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2" name="Hexagon 51">
            <a:extLst>
              <a:ext uri="{FF2B5EF4-FFF2-40B4-BE49-F238E27FC236}">
                <a16:creationId xmlns:a16="http://schemas.microsoft.com/office/drawing/2014/main" id="{FE26F332-0495-1E20-E050-AF2E02A8FDF2}"/>
              </a:ext>
            </a:extLst>
          </p:cNvPr>
          <p:cNvSpPr/>
          <p:nvPr/>
        </p:nvSpPr>
        <p:spPr>
          <a:xfrm>
            <a:off x="10802401" y="-646680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Hexagon 52">
            <a:extLst>
              <a:ext uri="{FF2B5EF4-FFF2-40B4-BE49-F238E27FC236}">
                <a16:creationId xmlns:a16="http://schemas.microsoft.com/office/drawing/2014/main" id="{91F4FF0C-95FA-3972-5336-FBDB7912B4F0}"/>
              </a:ext>
            </a:extLst>
          </p:cNvPr>
          <p:cNvSpPr/>
          <p:nvPr/>
        </p:nvSpPr>
        <p:spPr>
          <a:xfrm rot="19264623">
            <a:off x="10641221" y="-5751047"/>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Hexagon 53">
            <a:extLst>
              <a:ext uri="{FF2B5EF4-FFF2-40B4-BE49-F238E27FC236}">
                <a16:creationId xmlns:a16="http://schemas.microsoft.com/office/drawing/2014/main" id="{CB5CDDAB-9D26-9EFE-AB3F-8C31A28E84CB}"/>
              </a:ext>
            </a:extLst>
          </p:cNvPr>
          <p:cNvSpPr/>
          <p:nvPr/>
        </p:nvSpPr>
        <p:spPr>
          <a:xfrm rot="2400449">
            <a:off x="10469477" y="-4589432"/>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5" name="Hexagon 54">
            <a:extLst>
              <a:ext uri="{FF2B5EF4-FFF2-40B4-BE49-F238E27FC236}">
                <a16:creationId xmlns:a16="http://schemas.microsoft.com/office/drawing/2014/main" id="{248F9CB1-9E73-A70A-DF44-8D32D3D0B1D8}"/>
              </a:ext>
            </a:extLst>
          </p:cNvPr>
          <p:cNvSpPr/>
          <p:nvPr/>
        </p:nvSpPr>
        <p:spPr>
          <a:xfrm rot="4603860">
            <a:off x="10270424" y="-3463759"/>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Hexagon 55">
            <a:extLst>
              <a:ext uri="{FF2B5EF4-FFF2-40B4-BE49-F238E27FC236}">
                <a16:creationId xmlns:a16="http://schemas.microsoft.com/office/drawing/2014/main" id="{575D56C0-D2E3-5B5E-75CB-761063C2D293}"/>
              </a:ext>
            </a:extLst>
          </p:cNvPr>
          <p:cNvSpPr/>
          <p:nvPr/>
        </p:nvSpPr>
        <p:spPr>
          <a:xfrm rot="7419595">
            <a:off x="9965092" y="-2319130"/>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Hexagon 56">
            <a:extLst>
              <a:ext uri="{FF2B5EF4-FFF2-40B4-BE49-F238E27FC236}">
                <a16:creationId xmlns:a16="http://schemas.microsoft.com/office/drawing/2014/main" id="{AE5E216C-939C-DFD5-7F90-E7CFB01EE7E6}"/>
              </a:ext>
            </a:extLst>
          </p:cNvPr>
          <p:cNvSpPr/>
          <p:nvPr/>
        </p:nvSpPr>
        <p:spPr>
          <a:xfrm rot="588707">
            <a:off x="9648162" y="-95267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Hexagon 57">
            <a:extLst>
              <a:ext uri="{FF2B5EF4-FFF2-40B4-BE49-F238E27FC236}">
                <a16:creationId xmlns:a16="http://schemas.microsoft.com/office/drawing/2014/main" id="{19C7AC3E-74DC-FAEA-FA19-C9767EE4A958}"/>
              </a:ext>
            </a:extLst>
          </p:cNvPr>
          <p:cNvSpPr/>
          <p:nvPr/>
        </p:nvSpPr>
        <p:spPr>
          <a:xfrm rot="20352799">
            <a:off x="9530180" y="2582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Hexagon 58">
            <a:extLst>
              <a:ext uri="{FF2B5EF4-FFF2-40B4-BE49-F238E27FC236}">
                <a16:creationId xmlns:a16="http://schemas.microsoft.com/office/drawing/2014/main" id="{05F87AF2-5262-CF11-DAA1-9051B989C161}"/>
              </a:ext>
            </a:extLst>
          </p:cNvPr>
          <p:cNvSpPr/>
          <p:nvPr/>
        </p:nvSpPr>
        <p:spPr>
          <a:xfrm rot="20716380">
            <a:off x="9696106" y="-293052"/>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Hexagon 59">
            <a:extLst>
              <a:ext uri="{FF2B5EF4-FFF2-40B4-BE49-F238E27FC236}">
                <a16:creationId xmlns:a16="http://schemas.microsoft.com/office/drawing/2014/main" id="{75973E3D-EDBE-6646-53A7-5B6987F0B41C}"/>
              </a:ext>
            </a:extLst>
          </p:cNvPr>
          <p:cNvSpPr/>
          <p:nvPr/>
        </p:nvSpPr>
        <p:spPr>
          <a:xfrm rot="588707">
            <a:off x="10254206" y="-2906701"/>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Hexagon 60">
            <a:extLst>
              <a:ext uri="{FF2B5EF4-FFF2-40B4-BE49-F238E27FC236}">
                <a16:creationId xmlns:a16="http://schemas.microsoft.com/office/drawing/2014/main" id="{AD34D3D2-383F-309D-3DBB-002E7B6E8CC3}"/>
              </a:ext>
            </a:extLst>
          </p:cNvPr>
          <p:cNvSpPr/>
          <p:nvPr/>
        </p:nvSpPr>
        <p:spPr>
          <a:xfrm>
            <a:off x="11031273" y="-718930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Hexagon 61">
            <a:extLst>
              <a:ext uri="{FF2B5EF4-FFF2-40B4-BE49-F238E27FC236}">
                <a16:creationId xmlns:a16="http://schemas.microsoft.com/office/drawing/2014/main" id="{3E090B48-5402-4FCB-2F60-9AA53F99B87E}"/>
              </a:ext>
            </a:extLst>
          </p:cNvPr>
          <p:cNvSpPr/>
          <p:nvPr/>
        </p:nvSpPr>
        <p:spPr>
          <a:xfrm rot="19025841">
            <a:off x="11260145" y="-7949914"/>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Hexagon 62">
            <a:extLst>
              <a:ext uri="{FF2B5EF4-FFF2-40B4-BE49-F238E27FC236}">
                <a16:creationId xmlns:a16="http://schemas.microsoft.com/office/drawing/2014/main" id="{826E071C-5FC5-AA02-B8BE-22167719EFB7}"/>
              </a:ext>
            </a:extLst>
          </p:cNvPr>
          <p:cNvSpPr/>
          <p:nvPr/>
        </p:nvSpPr>
        <p:spPr>
          <a:xfrm>
            <a:off x="11424044" y="-8600278"/>
            <a:ext cx="949136" cy="829189"/>
          </a:xfrm>
          <a:prstGeom prst="hexagon">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a:extLst>
              <a:ext uri="{FF2B5EF4-FFF2-40B4-BE49-F238E27FC236}">
                <a16:creationId xmlns:a16="http://schemas.microsoft.com/office/drawing/2014/main" id="{534D7AFF-16D6-8FD2-AC01-5A11EAB7F0F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728952">
            <a:off x="9133491" y="2720684"/>
            <a:ext cx="3681486" cy="2044700"/>
          </a:xfrm>
          <a:prstGeom prst="rect">
            <a:avLst/>
          </a:prstGeom>
        </p:spPr>
      </p:pic>
      <p:pic>
        <p:nvPicPr>
          <p:cNvPr id="12" name="Picture 11">
            <a:extLst>
              <a:ext uri="{FF2B5EF4-FFF2-40B4-BE49-F238E27FC236}">
                <a16:creationId xmlns:a16="http://schemas.microsoft.com/office/drawing/2014/main" id="{F126F8C0-A8D9-7851-A49C-243DFC2A63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728952">
            <a:off x="10033258" y="-1464554"/>
            <a:ext cx="3681486" cy="2044700"/>
          </a:xfrm>
          <a:prstGeom prst="rect">
            <a:avLst/>
          </a:prstGeom>
        </p:spPr>
      </p:pic>
      <p:pic>
        <p:nvPicPr>
          <p:cNvPr id="13" name="Picture 12">
            <a:extLst>
              <a:ext uri="{FF2B5EF4-FFF2-40B4-BE49-F238E27FC236}">
                <a16:creationId xmlns:a16="http://schemas.microsoft.com/office/drawing/2014/main" id="{48AA941D-E738-6945-0C51-837854DDC0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728952">
            <a:off x="8225737" y="6905919"/>
            <a:ext cx="3681486" cy="2044700"/>
          </a:xfrm>
          <a:prstGeom prst="rect">
            <a:avLst/>
          </a:prstGeom>
        </p:spPr>
      </p:pic>
      <p:pic>
        <p:nvPicPr>
          <p:cNvPr id="15" name="Picture 14">
            <a:extLst>
              <a:ext uri="{FF2B5EF4-FFF2-40B4-BE49-F238E27FC236}">
                <a16:creationId xmlns:a16="http://schemas.microsoft.com/office/drawing/2014/main" id="{774A9075-FA80-BF8A-1525-9A60A184242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720000">
            <a:off x="8699766" y="4836409"/>
            <a:ext cx="3664425" cy="2044310"/>
          </a:xfrm>
          <a:prstGeom prst="rect">
            <a:avLst/>
          </a:prstGeom>
        </p:spPr>
      </p:pic>
      <p:pic>
        <p:nvPicPr>
          <p:cNvPr id="17" name="Picture 16">
            <a:extLst>
              <a:ext uri="{FF2B5EF4-FFF2-40B4-BE49-F238E27FC236}">
                <a16:creationId xmlns:a16="http://schemas.microsoft.com/office/drawing/2014/main" id="{D062FD40-C1D6-42A2-26B8-68FD35D1F1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20000">
            <a:off x="9591190" y="604246"/>
            <a:ext cx="3668148" cy="2095863"/>
          </a:xfrm>
          <a:prstGeom prst="rect">
            <a:avLst/>
          </a:prstGeom>
        </p:spPr>
      </p:pic>
      <p:sp>
        <p:nvSpPr>
          <p:cNvPr id="2" name="Title 1">
            <a:extLst>
              <a:ext uri="{FF2B5EF4-FFF2-40B4-BE49-F238E27FC236}">
                <a16:creationId xmlns:a16="http://schemas.microsoft.com/office/drawing/2014/main" id="{3CBE1080-2DB8-043D-CEF9-FE802AD37BAC}"/>
              </a:ext>
            </a:extLst>
          </p:cNvPr>
          <p:cNvSpPr>
            <a:spLocks noGrp="1"/>
          </p:cNvSpPr>
          <p:nvPr>
            <p:ph type="title"/>
          </p:nvPr>
        </p:nvSpPr>
        <p:spPr/>
        <p:txBody>
          <a:bodyPr/>
          <a:lstStyle/>
          <a:p>
            <a:r>
              <a:rPr lang="en-GB" dirty="0">
                <a:solidFill>
                  <a:schemeClr val="bg1"/>
                </a:solidFill>
              </a:rPr>
              <a:t>Run time unit testing system program</a:t>
            </a:r>
          </a:p>
        </p:txBody>
      </p:sp>
    </p:spTree>
    <p:extLst>
      <p:ext uri="{BB962C8B-B14F-4D97-AF65-F5344CB8AC3E}">
        <p14:creationId xmlns:p14="http://schemas.microsoft.com/office/powerpoint/2010/main" val="1268280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repeatCount="indefinite" autoRev="1" fill="hold" grpId="0" nodeType="withEffect">
                                  <p:stCondLst>
                                    <p:cond delay="0"/>
                                  </p:stCondLst>
                                  <p:endCondLst>
                                    <p:cond evt="onNext" delay="0">
                                      <p:tgtEl>
                                        <p:sldTgt/>
                                      </p:tgtEl>
                                    </p:cond>
                                  </p:endCondLst>
                                  <p:childTnLst>
                                    <p:animMotion origin="layout" path="M -3.95833E-6 -4.44444E-6 L -0.16445 1.23889 " pathEditMode="relative" rAng="0" ptsTypes="AA">
                                      <p:cBhvr>
                                        <p:cTn id="6" dur="40000" fill="hold"/>
                                        <p:tgtEl>
                                          <p:spTgt spid="18"/>
                                        </p:tgtEl>
                                        <p:attrNameLst>
                                          <p:attrName>ppt_x</p:attrName>
                                          <p:attrName>ppt_y</p:attrName>
                                        </p:attrNameLst>
                                      </p:cBhvr>
                                      <p:rCtr x="-8229" y="61944"/>
                                    </p:animMotion>
                                  </p:childTnLst>
                                </p:cTn>
                              </p:par>
                              <p:par>
                                <p:cTn id="7" presetID="42" presetClass="path" presetSubtype="0" repeatCount="indefinite" autoRev="1" fill="hold" grpId="0" nodeType="withEffect">
                                  <p:stCondLst>
                                    <p:cond delay="0"/>
                                  </p:stCondLst>
                                  <p:endCondLst>
                                    <p:cond evt="onNext" delay="0">
                                      <p:tgtEl>
                                        <p:sldTgt/>
                                      </p:tgtEl>
                                    </p:cond>
                                  </p:endCondLst>
                                  <p:childTnLst>
                                    <p:animMotion origin="layout" path="M -2.70833E-6 -1.11111E-6 L -0.16445 1.23889 " pathEditMode="relative" rAng="0" ptsTypes="AA">
                                      <p:cBhvr>
                                        <p:cTn id="8" dur="40000" fill="hold"/>
                                        <p:tgtEl>
                                          <p:spTgt spid="34"/>
                                        </p:tgtEl>
                                        <p:attrNameLst>
                                          <p:attrName>ppt_x</p:attrName>
                                          <p:attrName>ppt_y</p:attrName>
                                        </p:attrNameLst>
                                      </p:cBhvr>
                                      <p:rCtr x="-8229" y="61944"/>
                                    </p:animMotion>
                                  </p:childTnLst>
                                </p:cTn>
                              </p:par>
                              <p:par>
                                <p:cTn id="9" presetID="42" presetClass="path" presetSubtype="0" repeatCount="indefinite" autoRev="1" fill="hold" grpId="0" nodeType="withEffect">
                                  <p:stCondLst>
                                    <p:cond delay="0"/>
                                  </p:stCondLst>
                                  <p:endCondLst>
                                    <p:cond evt="onNext" delay="0">
                                      <p:tgtEl>
                                        <p:sldTgt/>
                                      </p:tgtEl>
                                    </p:cond>
                                  </p:endCondLst>
                                  <p:childTnLst>
                                    <p:animMotion origin="layout" path="M -2.08333E-7 4.44444E-6 L -0.16445 1.23888 " pathEditMode="relative" rAng="0" ptsTypes="AA">
                                      <p:cBhvr>
                                        <p:cTn id="10" dur="40000" fill="hold"/>
                                        <p:tgtEl>
                                          <p:spTgt spid="35"/>
                                        </p:tgtEl>
                                        <p:attrNameLst>
                                          <p:attrName>ppt_x</p:attrName>
                                          <p:attrName>ppt_y</p:attrName>
                                        </p:attrNameLst>
                                      </p:cBhvr>
                                      <p:rCtr x="-8229" y="61944"/>
                                    </p:animMotion>
                                  </p:childTnLst>
                                </p:cTn>
                              </p:par>
                              <p:par>
                                <p:cTn id="11" presetID="42" presetClass="path" presetSubtype="0" repeatCount="indefinite" autoRev="1" fill="hold" grpId="0" nodeType="withEffect">
                                  <p:stCondLst>
                                    <p:cond delay="0"/>
                                  </p:stCondLst>
                                  <p:endCondLst>
                                    <p:cond evt="onNext" delay="0">
                                      <p:tgtEl>
                                        <p:sldTgt/>
                                      </p:tgtEl>
                                    </p:cond>
                                  </p:endCondLst>
                                  <p:childTnLst>
                                    <p:animMotion origin="layout" path="M -3.95833E-6 4.07407E-6 L -0.16445 1.23888 " pathEditMode="relative" rAng="0" ptsTypes="AA">
                                      <p:cBhvr>
                                        <p:cTn id="12" dur="40000" fill="hold"/>
                                        <p:tgtEl>
                                          <p:spTgt spid="36"/>
                                        </p:tgtEl>
                                        <p:attrNameLst>
                                          <p:attrName>ppt_x</p:attrName>
                                          <p:attrName>ppt_y</p:attrName>
                                        </p:attrNameLst>
                                      </p:cBhvr>
                                      <p:rCtr x="-8229" y="61944"/>
                                    </p:animMotion>
                                  </p:childTnLst>
                                </p:cTn>
                              </p:par>
                              <p:par>
                                <p:cTn id="13" presetID="42" presetClass="path" presetSubtype="0" repeatCount="indefinite" autoRev="1" fill="hold" grpId="0" nodeType="withEffect">
                                  <p:stCondLst>
                                    <p:cond delay="0"/>
                                  </p:stCondLst>
                                  <p:endCondLst>
                                    <p:cond evt="onNext" delay="0">
                                      <p:tgtEl>
                                        <p:sldTgt/>
                                      </p:tgtEl>
                                    </p:cond>
                                  </p:endCondLst>
                                  <p:childTnLst>
                                    <p:animMotion origin="layout" path="M -3.95833E-6 -4.07407E-6 L -0.16445 1.23889 " pathEditMode="relative" rAng="0" ptsTypes="AA">
                                      <p:cBhvr>
                                        <p:cTn id="14" dur="40000" fill="hold"/>
                                        <p:tgtEl>
                                          <p:spTgt spid="37"/>
                                        </p:tgtEl>
                                        <p:attrNameLst>
                                          <p:attrName>ppt_x</p:attrName>
                                          <p:attrName>ppt_y</p:attrName>
                                        </p:attrNameLst>
                                      </p:cBhvr>
                                      <p:rCtr x="-8229" y="61944"/>
                                    </p:animMotion>
                                  </p:childTnLst>
                                </p:cTn>
                              </p:par>
                              <p:par>
                                <p:cTn id="15" presetID="42" presetClass="path" presetSubtype="0" repeatCount="indefinite" autoRev="1" fill="hold" grpId="0" nodeType="withEffect">
                                  <p:stCondLst>
                                    <p:cond delay="0"/>
                                  </p:stCondLst>
                                  <p:endCondLst>
                                    <p:cond evt="onNext" delay="0">
                                      <p:tgtEl>
                                        <p:sldTgt/>
                                      </p:tgtEl>
                                    </p:cond>
                                  </p:endCondLst>
                                  <p:childTnLst>
                                    <p:animMotion origin="layout" path="M -2.29167E-6 3.7037E-7 L -0.16445 1.23889 " pathEditMode="relative" rAng="0" ptsTypes="AA">
                                      <p:cBhvr>
                                        <p:cTn id="16" dur="40000" fill="hold"/>
                                        <p:tgtEl>
                                          <p:spTgt spid="38"/>
                                        </p:tgtEl>
                                        <p:attrNameLst>
                                          <p:attrName>ppt_x</p:attrName>
                                          <p:attrName>ppt_y</p:attrName>
                                        </p:attrNameLst>
                                      </p:cBhvr>
                                      <p:rCtr x="-8229" y="61944"/>
                                    </p:animMotion>
                                  </p:childTnLst>
                                </p:cTn>
                              </p:par>
                              <p:par>
                                <p:cTn id="17" presetID="42" presetClass="path" presetSubtype="0" repeatCount="indefinite" autoRev="1" fill="hold" grpId="0" nodeType="withEffect">
                                  <p:stCondLst>
                                    <p:cond delay="0"/>
                                  </p:stCondLst>
                                  <p:endCondLst>
                                    <p:cond evt="onNext" delay="0">
                                      <p:tgtEl>
                                        <p:sldTgt/>
                                      </p:tgtEl>
                                    </p:cond>
                                  </p:endCondLst>
                                  <p:childTnLst>
                                    <p:animMotion origin="layout" path="M 3.125E-6 -2.22222E-6 L -0.16446 1.23889 " pathEditMode="relative" rAng="0" ptsTypes="AA">
                                      <p:cBhvr>
                                        <p:cTn id="18" dur="40000" fill="hold"/>
                                        <p:tgtEl>
                                          <p:spTgt spid="39"/>
                                        </p:tgtEl>
                                        <p:attrNameLst>
                                          <p:attrName>ppt_x</p:attrName>
                                          <p:attrName>ppt_y</p:attrName>
                                        </p:attrNameLst>
                                      </p:cBhvr>
                                      <p:rCtr x="-8229" y="61944"/>
                                    </p:animMotion>
                                  </p:childTnLst>
                                </p:cTn>
                              </p:par>
                              <p:par>
                                <p:cTn id="19" presetID="42" presetClass="path" presetSubtype="0" repeatCount="indefinite" autoRev="1" fill="hold" grpId="0" nodeType="withEffect">
                                  <p:stCondLst>
                                    <p:cond delay="0"/>
                                  </p:stCondLst>
                                  <p:endCondLst>
                                    <p:cond evt="onNext" delay="0">
                                      <p:tgtEl>
                                        <p:sldTgt/>
                                      </p:tgtEl>
                                    </p:cond>
                                  </p:endCondLst>
                                  <p:childTnLst>
                                    <p:animMotion origin="layout" path="M 1.25E-6 -4.44444E-6 L -0.16445 1.23889 " pathEditMode="relative" rAng="0" ptsTypes="AA">
                                      <p:cBhvr>
                                        <p:cTn id="20" dur="40000" fill="hold"/>
                                        <p:tgtEl>
                                          <p:spTgt spid="40"/>
                                        </p:tgtEl>
                                        <p:attrNameLst>
                                          <p:attrName>ppt_x</p:attrName>
                                          <p:attrName>ppt_y</p:attrName>
                                        </p:attrNameLst>
                                      </p:cBhvr>
                                      <p:rCtr x="-8229" y="61944"/>
                                    </p:animMotion>
                                  </p:childTnLst>
                                </p:cTn>
                              </p:par>
                              <p:par>
                                <p:cTn id="21" presetID="42" presetClass="path" presetSubtype="0" repeatCount="indefinite" autoRev="1" fill="hold" grpId="0" nodeType="withEffect">
                                  <p:stCondLst>
                                    <p:cond delay="0"/>
                                  </p:stCondLst>
                                  <p:endCondLst>
                                    <p:cond evt="onNext" delay="0">
                                      <p:tgtEl>
                                        <p:sldTgt/>
                                      </p:tgtEl>
                                    </p:cond>
                                  </p:endCondLst>
                                  <p:childTnLst>
                                    <p:animMotion origin="layout" path="M -1.875E-6 4.07407E-6 L -0.16445 1.23888 " pathEditMode="relative" rAng="0" ptsTypes="AA">
                                      <p:cBhvr>
                                        <p:cTn id="22" dur="40000" fill="hold"/>
                                        <p:tgtEl>
                                          <p:spTgt spid="41"/>
                                        </p:tgtEl>
                                        <p:attrNameLst>
                                          <p:attrName>ppt_x</p:attrName>
                                          <p:attrName>ppt_y</p:attrName>
                                        </p:attrNameLst>
                                      </p:cBhvr>
                                      <p:rCtr x="-8229" y="61944"/>
                                    </p:animMotion>
                                  </p:childTnLst>
                                </p:cTn>
                              </p:par>
                              <p:par>
                                <p:cTn id="23" presetID="42" presetClass="path" presetSubtype="0" repeatCount="indefinite" autoRev="1" fill="hold" grpId="0" nodeType="withEffect">
                                  <p:stCondLst>
                                    <p:cond delay="0"/>
                                  </p:stCondLst>
                                  <p:endCondLst>
                                    <p:cond evt="onNext" delay="0">
                                      <p:tgtEl>
                                        <p:sldTgt/>
                                      </p:tgtEl>
                                    </p:cond>
                                  </p:endCondLst>
                                  <p:childTnLst>
                                    <p:animMotion origin="layout" path="M 1.11022E-16 -2.59259E-6 L -0.16445 1.23889 " pathEditMode="relative" rAng="0" ptsTypes="AA">
                                      <p:cBhvr>
                                        <p:cTn id="24" dur="40000" fill="hold"/>
                                        <p:tgtEl>
                                          <p:spTgt spid="52"/>
                                        </p:tgtEl>
                                        <p:attrNameLst>
                                          <p:attrName>ppt_x</p:attrName>
                                          <p:attrName>ppt_y</p:attrName>
                                        </p:attrNameLst>
                                      </p:cBhvr>
                                      <p:rCtr x="-8229" y="61944"/>
                                    </p:animMotion>
                                  </p:childTnLst>
                                </p:cTn>
                              </p:par>
                              <p:par>
                                <p:cTn id="25" presetID="42" presetClass="path" presetSubtype="0" repeatCount="indefinite" autoRev="1" fill="hold" grpId="0" nodeType="withEffect">
                                  <p:stCondLst>
                                    <p:cond delay="0"/>
                                  </p:stCondLst>
                                  <p:endCondLst>
                                    <p:cond evt="onNext" delay="0">
                                      <p:tgtEl>
                                        <p:sldTgt/>
                                      </p:tgtEl>
                                    </p:cond>
                                  </p:endCondLst>
                                  <p:childTnLst>
                                    <p:animMotion origin="layout" path="M 1.25E-6 -7.40741E-7 L -0.16445 1.23889 " pathEditMode="relative" rAng="0" ptsTypes="AA">
                                      <p:cBhvr>
                                        <p:cTn id="26" dur="40000" fill="hold"/>
                                        <p:tgtEl>
                                          <p:spTgt spid="53"/>
                                        </p:tgtEl>
                                        <p:attrNameLst>
                                          <p:attrName>ppt_x</p:attrName>
                                          <p:attrName>ppt_y</p:attrName>
                                        </p:attrNameLst>
                                      </p:cBhvr>
                                      <p:rCtr x="-8229" y="61944"/>
                                    </p:animMotion>
                                  </p:childTnLst>
                                </p:cTn>
                              </p:par>
                              <p:par>
                                <p:cTn id="27" presetID="42" presetClass="path" presetSubtype="0" repeatCount="indefinite" autoRev="1" fill="hold" grpId="0" nodeType="withEffect">
                                  <p:stCondLst>
                                    <p:cond delay="0"/>
                                  </p:stCondLst>
                                  <p:endCondLst>
                                    <p:cond evt="onNext" delay="0">
                                      <p:tgtEl>
                                        <p:sldTgt/>
                                      </p:tgtEl>
                                    </p:cond>
                                  </p:endCondLst>
                                  <p:childTnLst>
                                    <p:animMotion origin="layout" path="M 3.75E-6 -3.7037E-6 L -0.16446 1.23889 " pathEditMode="relative" rAng="0" ptsTypes="AA">
                                      <p:cBhvr>
                                        <p:cTn id="28" dur="40000" fill="hold"/>
                                        <p:tgtEl>
                                          <p:spTgt spid="54"/>
                                        </p:tgtEl>
                                        <p:attrNameLst>
                                          <p:attrName>ppt_x</p:attrName>
                                          <p:attrName>ppt_y</p:attrName>
                                        </p:attrNameLst>
                                      </p:cBhvr>
                                      <p:rCtr x="-8229" y="61944"/>
                                    </p:animMotion>
                                  </p:childTnLst>
                                </p:cTn>
                              </p:par>
                              <p:par>
                                <p:cTn id="29" presetID="42" presetClass="path" presetSubtype="0" repeatCount="indefinite" autoRev="1" fill="hold" grpId="0" nodeType="withEffect">
                                  <p:stCondLst>
                                    <p:cond delay="0"/>
                                  </p:stCondLst>
                                  <p:endCondLst>
                                    <p:cond evt="onNext" delay="0">
                                      <p:tgtEl>
                                        <p:sldTgt/>
                                      </p:tgtEl>
                                    </p:cond>
                                  </p:endCondLst>
                                  <p:childTnLst>
                                    <p:animMotion origin="layout" path="M 1.11022E-16 -4.07407E-6 L -0.16445 1.23889 " pathEditMode="relative" rAng="0" ptsTypes="AA">
                                      <p:cBhvr>
                                        <p:cTn id="30" dur="40000" fill="hold"/>
                                        <p:tgtEl>
                                          <p:spTgt spid="55"/>
                                        </p:tgtEl>
                                        <p:attrNameLst>
                                          <p:attrName>ppt_x</p:attrName>
                                          <p:attrName>ppt_y</p:attrName>
                                        </p:attrNameLst>
                                      </p:cBhvr>
                                      <p:rCtr x="-8229" y="61944"/>
                                    </p:animMotion>
                                  </p:childTnLst>
                                </p:cTn>
                              </p:par>
                              <p:par>
                                <p:cTn id="31" presetID="42" presetClass="path" presetSubtype="0" repeatCount="indefinite" autoRev="1" fill="hold" grpId="0" nodeType="withEffect">
                                  <p:stCondLst>
                                    <p:cond delay="0"/>
                                  </p:stCondLst>
                                  <p:endCondLst>
                                    <p:cond evt="onNext" delay="0">
                                      <p:tgtEl>
                                        <p:sldTgt/>
                                      </p:tgtEl>
                                    </p:cond>
                                  </p:endCondLst>
                                  <p:childTnLst>
                                    <p:animMotion origin="layout" path="M 1.11022E-16 -2.22222E-6 L -0.16445 1.23889 " pathEditMode="relative" rAng="0" ptsTypes="AA">
                                      <p:cBhvr>
                                        <p:cTn id="32" dur="40000" fill="hold"/>
                                        <p:tgtEl>
                                          <p:spTgt spid="56"/>
                                        </p:tgtEl>
                                        <p:attrNameLst>
                                          <p:attrName>ppt_x</p:attrName>
                                          <p:attrName>ppt_y</p:attrName>
                                        </p:attrNameLst>
                                      </p:cBhvr>
                                      <p:rCtr x="-8229" y="61944"/>
                                    </p:animMotion>
                                  </p:childTnLst>
                                </p:cTn>
                              </p:par>
                              <p:par>
                                <p:cTn id="33" presetID="42" presetClass="path" presetSubtype="0" repeatCount="indefinite" autoRev="1" fill="hold" grpId="0" nodeType="withEffect">
                                  <p:stCondLst>
                                    <p:cond delay="0"/>
                                  </p:stCondLst>
                                  <p:endCondLst>
                                    <p:cond evt="onNext" delay="0">
                                      <p:tgtEl>
                                        <p:sldTgt/>
                                      </p:tgtEl>
                                    </p:cond>
                                  </p:endCondLst>
                                  <p:childTnLst>
                                    <p:animMotion origin="layout" path="M 1.66667E-6 2.22222E-6 L -0.16445 1.23889 " pathEditMode="relative" rAng="0" ptsTypes="AA">
                                      <p:cBhvr>
                                        <p:cTn id="34" dur="40000" fill="hold"/>
                                        <p:tgtEl>
                                          <p:spTgt spid="57"/>
                                        </p:tgtEl>
                                        <p:attrNameLst>
                                          <p:attrName>ppt_x</p:attrName>
                                          <p:attrName>ppt_y</p:attrName>
                                        </p:attrNameLst>
                                      </p:cBhvr>
                                      <p:rCtr x="-8229" y="61944"/>
                                    </p:animMotion>
                                  </p:childTnLst>
                                </p:cTn>
                              </p:par>
                              <p:par>
                                <p:cTn id="35" presetID="42" presetClass="path" presetSubtype="0" repeatCount="indefinite" autoRev="1" fill="hold" grpId="0" nodeType="withEffect">
                                  <p:stCondLst>
                                    <p:cond delay="0"/>
                                  </p:stCondLst>
                                  <p:endCondLst>
                                    <p:cond evt="onNext" delay="0">
                                      <p:tgtEl>
                                        <p:sldTgt/>
                                      </p:tgtEl>
                                    </p:cond>
                                  </p:endCondLst>
                                  <p:childTnLst>
                                    <p:animMotion origin="layout" path="M -2.91667E-6 -3.7037E-7 L -0.16445 1.23889 " pathEditMode="relative" rAng="0" ptsTypes="AA">
                                      <p:cBhvr>
                                        <p:cTn id="36" dur="40000" fill="hold"/>
                                        <p:tgtEl>
                                          <p:spTgt spid="58"/>
                                        </p:tgtEl>
                                        <p:attrNameLst>
                                          <p:attrName>ppt_x</p:attrName>
                                          <p:attrName>ppt_y</p:attrName>
                                        </p:attrNameLst>
                                      </p:cBhvr>
                                      <p:rCtr x="-8229" y="61944"/>
                                    </p:animMotion>
                                  </p:childTnLst>
                                </p:cTn>
                              </p:par>
                              <p:par>
                                <p:cTn id="37" presetID="42" presetClass="path" presetSubtype="0" repeatCount="indefinite" autoRev="1" fill="hold" grpId="0" nodeType="withEffect">
                                  <p:stCondLst>
                                    <p:cond delay="0"/>
                                  </p:stCondLst>
                                  <p:endCondLst>
                                    <p:cond evt="onNext" delay="0">
                                      <p:tgtEl>
                                        <p:sldTgt/>
                                      </p:tgtEl>
                                    </p:cond>
                                  </p:endCondLst>
                                  <p:childTnLst>
                                    <p:animMotion origin="layout" path="M -4.79167E-6 -2.59259E-6 L -0.16445 1.23889 " pathEditMode="relative" rAng="0" ptsTypes="AA">
                                      <p:cBhvr>
                                        <p:cTn id="38" dur="40000" fill="hold"/>
                                        <p:tgtEl>
                                          <p:spTgt spid="59"/>
                                        </p:tgtEl>
                                        <p:attrNameLst>
                                          <p:attrName>ppt_x</p:attrName>
                                          <p:attrName>ppt_y</p:attrName>
                                        </p:attrNameLst>
                                      </p:cBhvr>
                                      <p:rCtr x="-8229" y="61944"/>
                                    </p:animMotion>
                                  </p:childTnLst>
                                </p:cTn>
                              </p:par>
                              <p:par>
                                <p:cTn id="39" presetID="42" presetClass="path" presetSubtype="0" repeatCount="indefinite" autoRev="1" fill="hold" grpId="0" nodeType="withEffect">
                                  <p:stCondLst>
                                    <p:cond delay="0"/>
                                  </p:stCondLst>
                                  <p:endCondLst>
                                    <p:cond evt="onNext" delay="0">
                                      <p:tgtEl>
                                        <p:sldTgt/>
                                      </p:tgtEl>
                                    </p:cond>
                                  </p:endCondLst>
                                  <p:childTnLst>
                                    <p:animMotion origin="layout" path="M 2.08333E-6 -4.07407E-6 L -0.16446 1.23889 " pathEditMode="relative" rAng="0" ptsTypes="AA">
                                      <p:cBhvr>
                                        <p:cTn id="40" dur="40000" fill="hold"/>
                                        <p:tgtEl>
                                          <p:spTgt spid="60"/>
                                        </p:tgtEl>
                                        <p:attrNameLst>
                                          <p:attrName>ppt_x</p:attrName>
                                          <p:attrName>ppt_y</p:attrName>
                                        </p:attrNameLst>
                                      </p:cBhvr>
                                      <p:rCtr x="-8229" y="61944"/>
                                    </p:animMotion>
                                  </p:childTnLst>
                                </p:cTn>
                              </p:par>
                              <p:par>
                                <p:cTn id="41" presetID="42" presetClass="path" presetSubtype="0" repeatCount="indefinite" autoRev="1" fill="hold" grpId="0" nodeType="withEffect">
                                  <p:stCondLst>
                                    <p:cond delay="0"/>
                                  </p:stCondLst>
                                  <p:endCondLst>
                                    <p:cond evt="onNext" delay="0">
                                      <p:tgtEl>
                                        <p:sldTgt/>
                                      </p:tgtEl>
                                    </p:cond>
                                  </p:endCondLst>
                                  <p:childTnLst>
                                    <p:animMotion origin="layout" path="M 1.11022E-16 1.48148E-6 L -0.16445 1.23889 " pathEditMode="relative" rAng="0" ptsTypes="AA">
                                      <p:cBhvr>
                                        <p:cTn id="42" dur="40000" fill="hold"/>
                                        <p:tgtEl>
                                          <p:spTgt spid="61"/>
                                        </p:tgtEl>
                                        <p:attrNameLst>
                                          <p:attrName>ppt_x</p:attrName>
                                          <p:attrName>ppt_y</p:attrName>
                                        </p:attrNameLst>
                                      </p:cBhvr>
                                      <p:rCtr x="-8229" y="61944"/>
                                    </p:animMotion>
                                  </p:childTnLst>
                                </p:cTn>
                              </p:par>
                              <p:par>
                                <p:cTn id="43" presetID="42" presetClass="path" presetSubtype="0" repeatCount="indefinite" autoRev="1" fill="hold" grpId="0" nodeType="withEffect">
                                  <p:stCondLst>
                                    <p:cond delay="0"/>
                                  </p:stCondLst>
                                  <p:endCondLst>
                                    <p:cond evt="onNext" delay="0">
                                      <p:tgtEl>
                                        <p:sldTgt/>
                                      </p:tgtEl>
                                    </p:cond>
                                  </p:endCondLst>
                                  <p:childTnLst>
                                    <p:animMotion origin="layout" path="M 0 1.11111E-6 L -0.16445 1.23889 " pathEditMode="relative" rAng="0" ptsTypes="AA">
                                      <p:cBhvr>
                                        <p:cTn id="44" dur="40000" fill="hold"/>
                                        <p:tgtEl>
                                          <p:spTgt spid="62"/>
                                        </p:tgtEl>
                                        <p:attrNameLst>
                                          <p:attrName>ppt_x</p:attrName>
                                          <p:attrName>ppt_y</p:attrName>
                                        </p:attrNameLst>
                                      </p:cBhvr>
                                      <p:rCtr x="-8229" y="61944"/>
                                    </p:animMotion>
                                  </p:childTnLst>
                                </p:cTn>
                              </p:par>
                              <p:par>
                                <p:cTn id="45" presetID="42" presetClass="path" presetSubtype="0" repeatCount="indefinite" autoRev="1" fill="hold" grpId="0" nodeType="withEffect">
                                  <p:stCondLst>
                                    <p:cond delay="0"/>
                                  </p:stCondLst>
                                  <p:endCondLst>
                                    <p:cond evt="onNext" delay="0">
                                      <p:tgtEl>
                                        <p:sldTgt/>
                                      </p:tgtEl>
                                    </p:cond>
                                  </p:endCondLst>
                                  <p:childTnLst>
                                    <p:animMotion origin="layout" path="M -1.45833E-6 -1.48148E-6 L -0.16445 1.23889 " pathEditMode="relative" rAng="0" ptsTypes="AA">
                                      <p:cBhvr>
                                        <p:cTn id="46" dur="40000" fill="hold"/>
                                        <p:tgtEl>
                                          <p:spTgt spid="63"/>
                                        </p:tgtEl>
                                        <p:attrNameLst>
                                          <p:attrName>ppt_x</p:attrName>
                                          <p:attrName>ppt_y</p:attrName>
                                        </p:attrNameLst>
                                      </p:cBhvr>
                                      <p:rCtr x="-8229" y="6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34" grpId="0" animBg="1"/>
      <p:bldP spid="35" grpId="0" animBg="1"/>
      <p:bldP spid="36" grpId="0" animBg="1"/>
      <p:bldP spid="37" grpId="0" animBg="1"/>
      <p:bldP spid="38" grpId="0" animBg="1"/>
      <p:bldP spid="39" grpId="0" animBg="1"/>
      <p:bldP spid="40" grpId="0" animBg="1"/>
      <p:bldP spid="4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42B5C-67D4-1C75-D5CB-EBE9C45A008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AE89533-A111-436A-8AC6-E6F40A0D4D4D}"/>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pic>
        <p:nvPicPr>
          <p:cNvPr id="7170" name="Picture 2" descr="Unreal Engine 4 AI Programming Essentials">
            <a:extLst>
              <a:ext uri="{FF2B5EF4-FFF2-40B4-BE49-F238E27FC236}">
                <a16:creationId xmlns:a16="http://schemas.microsoft.com/office/drawing/2014/main" id="{3BC632D3-78C7-D97D-0618-DFC6E714463F}"/>
              </a:ext>
            </a:extLst>
          </p:cNvPr>
          <p:cNvPicPr>
            <a:picLocks noChangeAspect="1" noChangeArrowheads="1"/>
          </p:cNvPicPr>
          <p:nvPr/>
        </p:nvPicPr>
        <p:blipFill>
          <a:blip r:embed="rId2">
            <a:alphaModFix amt="20000"/>
            <a:extLst>
              <a:ext uri="{28A0092B-C50C-407E-A947-70E740481C1C}">
                <a14:useLocalDpi xmlns:a14="http://schemas.microsoft.com/office/drawing/2010/main" val="0"/>
              </a:ext>
            </a:extLst>
          </a:blip>
          <a:srcRect/>
          <a:stretch>
            <a:fillRect/>
          </a:stretch>
        </p:blipFill>
        <p:spPr bwMode="auto">
          <a:xfrm>
            <a:off x="-1" y="0"/>
            <a:ext cx="10375188" cy="685799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E5C1084-4762-9358-5B98-DBDF6358484F}"/>
              </a:ext>
            </a:extLst>
          </p:cNvPr>
          <p:cNvSpPr>
            <a:spLocks noGrp="1"/>
          </p:cNvSpPr>
          <p:nvPr>
            <p:ph type="title"/>
          </p:nvPr>
        </p:nvSpPr>
        <p:spPr/>
        <p:txBody>
          <a:bodyPr/>
          <a:lstStyle/>
          <a:p>
            <a:r>
              <a:rPr lang="en-GB" dirty="0">
                <a:solidFill>
                  <a:schemeClr val="bg1"/>
                </a:solidFill>
              </a:rPr>
              <a:t>AI behaviour Trees</a:t>
            </a:r>
          </a:p>
        </p:txBody>
      </p:sp>
      <p:sp>
        <p:nvSpPr>
          <p:cNvPr id="3" name="Content Placeholder 2">
            <a:extLst>
              <a:ext uri="{FF2B5EF4-FFF2-40B4-BE49-F238E27FC236}">
                <a16:creationId xmlns:a16="http://schemas.microsoft.com/office/drawing/2014/main" id="{9614DE35-5BF8-C5DC-DC38-936946CF1569}"/>
              </a:ext>
            </a:extLst>
          </p:cNvPr>
          <p:cNvSpPr>
            <a:spLocks noGrp="1"/>
          </p:cNvSpPr>
          <p:nvPr>
            <p:ph idx="1"/>
          </p:nvPr>
        </p:nvSpPr>
        <p:spPr>
          <a:xfrm>
            <a:off x="838200" y="1825625"/>
            <a:ext cx="8204200" cy="4351338"/>
          </a:xfrm>
        </p:spPr>
        <p:txBody>
          <a:bodyPr/>
          <a:lstStyle/>
          <a:p>
            <a:r>
              <a:rPr lang="en-GB" dirty="0">
                <a:solidFill>
                  <a:schemeClr val="bg1"/>
                </a:solidFill>
              </a:rPr>
              <a:t>The behaviour trees can be process in two was forwards and backwards.</a:t>
            </a:r>
          </a:p>
          <a:p>
            <a:endParaRPr lang="en-GB" dirty="0">
              <a:solidFill>
                <a:schemeClr val="bg1"/>
              </a:solidFill>
            </a:endParaRPr>
          </a:p>
          <a:p>
            <a:r>
              <a:rPr lang="en-GB" dirty="0">
                <a:solidFill>
                  <a:schemeClr val="bg1"/>
                </a:solidFill>
              </a:rPr>
              <a:t>In forwards processing we go down as fast as we can and then when we can go down no more we go back to the root. And in backwards we do the same thing, but when we reach an end, we start going back up until we don’t need to anymore then we go back down.</a:t>
            </a:r>
          </a:p>
        </p:txBody>
      </p:sp>
      <p:sp>
        <p:nvSpPr>
          <p:cNvPr id="5" name="Rectangle: Single Corner Snipped 4">
            <a:extLst>
              <a:ext uri="{FF2B5EF4-FFF2-40B4-BE49-F238E27FC236}">
                <a16:creationId xmlns:a16="http://schemas.microsoft.com/office/drawing/2014/main" id="{D82D2E2B-6FDA-9ED1-ADDA-C6FEF800C02F}"/>
              </a:ext>
            </a:extLst>
          </p:cNvPr>
          <p:cNvSpPr/>
          <p:nvPr/>
        </p:nvSpPr>
        <p:spPr>
          <a:xfrm flipH="1">
            <a:off x="9042400" y="1"/>
            <a:ext cx="3149600" cy="6858000"/>
          </a:xfrm>
          <a:prstGeom prst="snip1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6A0A61D5-9CF5-EE49-BE19-D144384CC0DD}"/>
              </a:ext>
            </a:extLst>
          </p:cNvPr>
          <p:cNvSpPr/>
          <p:nvPr/>
        </p:nvSpPr>
        <p:spPr>
          <a:xfrm>
            <a:off x="10071100" y="533400"/>
            <a:ext cx="1282700" cy="660400"/>
          </a:xfrm>
          <a:prstGeom prst="rect">
            <a:avLst/>
          </a:prstGeom>
          <a:solidFill>
            <a:srgbClr val="FFCCCC"/>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root</a:t>
            </a:r>
          </a:p>
        </p:txBody>
      </p:sp>
      <p:sp>
        <p:nvSpPr>
          <p:cNvPr id="7" name="Rectangle 6">
            <a:extLst>
              <a:ext uri="{FF2B5EF4-FFF2-40B4-BE49-F238E27FC236}">
                <a16:creationId xmlns:a16="http://schemas.microsoft.com/office/drawing/2014/main" id="{57E2D3BF-637F-A20C-7C8D-4AA17A0F8262}"/>
              </a:ext>
            </a:extLst>
          </p:cNvPr>
          <p:cNvSpPr/>
          <p:nvPr/>
        </p:nvSpPr>
        <p:spPr>
          <a:xfrm>
            <a:off x="10071100" y="1549399"/>
            <a:ext cx="1282700" cy="660400"/>
          </a:xfrm>
          <a:prstGeom prst="rect">
            <a:avLst/>
          </a:prstGeom>
          <a:solidFill>
            <a:schemeClr val="accent3">
              <a:lumMod val="20000"/>
              <a:lumOff val="80000"/>
            </a:schemeClr>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sequence</a:t>
            </a:r>
          </a:p>
        </p:txBody>
      </p:sp>
      <p:sp>
        <p:nvSpPr>
          <p:cNvPr id="8" name="Rectangle 7">
            <a:extLst>
              <a:ext uri="{FF2B5EF4-FFF2-40B4-BE49-F238E27FC236}">
                <a16:creationId xmlns:a16="http://schemas.microsoft.com/office/drawing/2014/main" id="{96F4941D-3063-C0CA-FAC3-F03BA13891AB}"/>
              </a:ext>
            </a:extLst>
          </p:cNvPr>
          <p:cNvSpPr/>
          <p:nvPr/>
        </p:nvSpPr>
        <p:spPr>
          <a:xfrm>
            <a:off x="9410700" y="2565397"/>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52E83E3B-0CA1-93B3-0C05-BB9375C7FB8C}"/>
              </a:ext>
            </a:extLst>
          </p:cNvPr>
          <p:cNvSpPr/>
          <p:nvPr/>
        </p:nvSpPr>
        <p:spPr>
          <a:xfrm>
            <a:off x="10344150" y="2565398"/>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926769B4-EE85-2139-48F8-58D4EF591FA4}"/>
              </a:ext>
            </a:extLst>
          </p:cNvPr>
          <p:cNvSpPr/>
          <p:nvPr/>
        </p:nvSpPr>
        <p:spPr>
          <a:xfrm>
            <a:off x="11277600" y="2565397"/>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1988506E-E172-C4A2-27F8-93A4A05958C4}"/>
              </a:ext>
            </a:extLst>
          </p:cNvPr>
          <p:cNvCxnSpPr>
            <a:stCxn id="6" idx="2"/>
            <a:endCxn id="7" idx="0"/>
          </p:cNvCxnSpPr>
          <p:nvPr/>
        </p:nvCxnSpPr>
        <p:spPr>
          <a:xfrm>
            <a:off x="10712450" y="1193800"/>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0C5E161-5AA6-DBFE-239F-A69B99D603B7}"/>
              </a:ext>
            </a:extLst>
          </p:cNvPr>
          <p:cNvCxnSpPr>
            <a:cxnSpLocks/>
            <a:stCxn id="7" idx="2"/>
            <a:endCxn id="9" idx="0"/>
          </p:cNvCxnSpPr>
          <p:nvPr/>
        </p:nvCxnSpPr>
        <p:spPr>
          <a:xfrm>
            <a:off x="10712450" y="2209799"/>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7834708-62D4-3BB8-D29A-B6B46EE4691E}"/>
              </a:ext>
            </a:extLst>
          </p:cNvPr>
          <p:cNvCxnSpPr>
            <a:cxnSpLocks/>
            <a:stCxn id="7" idx="2"/>
            <a:endCxn id="8" idx="0"/>
          </p:cNvCxnSpPr>
          <p:nvPr/>
        </p:nvCxnSpPr>
        <p:spPr>
          <a:xfrm flipH="1">
            <a:off x="9779000" y="2209799"/>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4C576896-0C3D-2637-2D49-BF79A346DA9C}"/>
              </a:ext>
            </a:extLst>
          </p:cNvPr>
          <p:cNvCxnSpPr>
            <a:cxnSpLocks/>
            <a:stCxn id="7" idx="2"/>
            <a:endCxn id="10" idx="0"/>
          </p:cNvCxnSpPr>
          <p:nvPr/>
        </p:nvCxnSpPr>
        <p:spPr>
          <a:xfrm>
            <a:off x="10712450" y="2209799"/>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675300DA-88CE-5D28-5570-E434A40EE8CE}"/>
              </a:ext>
            </a:extLst>
          </p:cNvPr>
          <p:cNvSpPr/>
          <p:nvPr/>
        </p:nvSpPr>
        <p:spPr>
          <a:xfrm>
            <a:off x="10617200" y="261651"/>
            <a:ext cx="195563" cy="181166"/>
          </a:xfrm>
          <a:prstGeom prst="ellipse">
            <a:avLst/>
          </a:prstGeom>
          <a:solidFill>
            <a:srgbClr val="7030A0"/>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5E76A783-ED6A-6538-1243-8F617EC8929B}"/>
              </a:ext>
            </a:extLst>
          </p:cNvPr>
          <p:cNvSpPr/>
          <p:nvPr/>
        </p:nvSpPr>
        <p:spPr>
          <a:xfrm>
            <a:off x="10071100" y="4003675"/>
            <a:ext cx="1282700" cy="660400"/>
          </a:xfrm>
          <a:prstGeom prst="rect">
            <a:avLst/>
          </a:prstGeom>
          <a:solidFill>
            <a:srgbClr val="FFCCCC"/>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root</a:t>
            </a:r>
          </a:p>
        </p:txBody>
      </p:sp>
      <p:sp>
        <p:nvSpPr>
          <p:cNvPr id="26" name="Rectangle 25">
            <a:extLst>
              <a:ext uri="{FF2B5EF4-FFF2-40B4-BE49-F238E27FC236}">
                <a16:creationId xmlns:a16="http://schemas.microsoft.com/office/drawing/2014/main" id="{ACD6CC4B-2868-D5A4-EB8F-2FF02CDCD3EF}"/>
              </a:ext>
            </a:extLst>
          </p:cNvPr>
          <p:cNvSpPr/>
          <p:nvPr/>
        </p:nvSpPr>
        <p:spPr>
          <a:xfrm>
            <a:off x="10071100" y="5019674"/>
            <a:ext cx="1282700" cy="660400"/>
          </a:xfrm>
          <a:prstGeom prst="rect">
            <a:avLst/>
          </a:prstGeom>
          <a:solidFill>
            <a:schemeClr val="accent3">
              <a:lumMod val="20000"/>
              <a:lumOff val="80000"/>
            </a:schemeClr>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ysClr val="windowText" lastClr="000000"/>
                </a:solidFill>
              </a:rPr>
              <a:t>sequence</a:t>
            </a:r>
          </a:p>
        </p:txBody>
      </p:sp>
      <p:sp>
        <p:nvSpPr>
          <p:cNvPr id="27" name="Rectangle 26">
            <a:extLst>
              <a:ext uri="{FF2B5EF4-FFF2-40B4-BE49-F238E27FC236}">
                <a16:creationId xmlns:a16="http://schemas.microsoft.com/office/drawing/2014/main" id="{3830253C-B8C3-1DB0-F9DE-610B4326599F}"/>
              </a:ext>
            </a:extLst>
          </p:cNvPr>
          <p:cNvSpPr/>
          <p:nvPr/>
        </p:nvSpPr>
        <p:spPr>
          <a:xfrm>
            <a:off x="9410700" y="6035672"/>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CB11A584-238D-12ED-0719-F21C2F87381C}"/>
              </a:ext>
            </a:extLst>
          </p:cNvPr>
          <p:cNvSpPr/>
          <p:nvPr/>
        </p:nvSpPr>
        <p:spPr>
          <a:xfrm>
            <a:off x="10344150" y="6035673"/>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0F3F5A3B-91C2-9CEE-8C12-D060E4AC553A}"/>
              </a:ext>
            </a:extLst>
          </p:cNvPr>
          <p:cNvSpPr/>
          <p:nvPr/>
        </p:nvSpPr>
        <p:spPr>
          <a:xfrm>
            <a:off x="11277600" y="6035672"/>
            <a:ext cx="736600" cy="457202"/>
          </a:xfrm>
          <a:prstGeom prst="rect">
            <a:avLst/>
          </a:prstGeom>
          <a:solidFill>
            <a:srgbClr val="FFFF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Arrow Connector 29">
            <a:extLst>
              <a:ext uri="{FF2B5EF4-FFF2-40B4-BE49-F238E27FC236}">
                <a16:creationId xmlns:a16="http://schemas.microsoft.com/office/drawing/2014/main" id="{BCDA5EC6-E8D2-62B4-2E1C-56B134721A3B}"/>
              </a:ext>
            </a:extLst>
          </p:cNvPr>
          <p:cNvCxnSpPr/>
          <p:nvPr/>
        </p:nvCxnSpPr>
        <p:spPr>
          <a:xfrm>
            <a:off x="10712450" y="4664075"/>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393ACFF-71B5-C7C7-3CAC-822B0D921ABD}"/>
              </a:ext>
            </a:extLst>
          </p:cNvPr>
          <p:cNvCxnSpPr>
            <a:cxnSpLocks/>
          </p:cNvCxnSpPr>
          <p:nvPr/>
        </p:nvCxnSpPr>
        <p:spPr>
          <a:xfrm>
            <a:off x="10712450" y="5680074"/>
            <a:ext cx="0" cy="355599"/>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B3BD4A8F-F1F7-FF75-3F73-19AF986D8707}"/>
              </a:ext>
            </a:extLst>
          </p:cNvPr>
          <p:cNvCxnSpPr>
            <a:cxnSpLocks/>
          </p:cNvCxnSpPr>
          <p:nvPr/>
        </p:nvCxnSpPr>
        <p:spPr>
          <a:xfrm flipH="1">
            <a:off x="9779000" y="5680074"/>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66E9E74-FE3A-B35F-FAD4-3FB736601269}"/>
              </a:ext>
            </a:extLst>
          </p:cNvPr>
          <p:cNvCxnSpPr>
            <a:cxnSpLocks/>
          </p:cNvCxnSpPr>
          <p:nvPr/>
        </p:nvCxnSpPr>
        <p:spPr>
          <a:xfrm>
            <a:off x="10712450" y="5680074"/>
            <a:ext cx="933450" cy="355598"/>
          </a:xfrm>
          <a:prstGeom prst="straightConnector1">
            <a:avLst/>
          </a:prstGeom>
          <a:ln>
            <a:solidFill>
              <a:srgbClr val="FFC000"/>
            </a:solidFill>
            <a:tailEnd type="triangle"/>
          </a:ln>
        </p:spPr>
        <p:style>
          <a:lnRef idx="2">
            <a:schemeClr val="accent1"/>
          </a:lnRef>
          <a:fillRef idx="0">
            <a:schemeClr val="accent1"/>
          </a:fillRef>
          <a:effectRef idx="1">
            <a:schemeClr val="accent1"/>
          </a:effectRef>
          <a:fontRef idx="minor">
            <a:schemeClr val="tx1"/>
          </a:fontRef>
        </p:style>
      </p:cxnSp>
      <p:sp>
        <p:nvSpPr>
          <p:cNvPr id="34" name="Oval 33">
            <a:extLst>
              <a:ext uri="{FF2B5EF4-FFF2-40B4-BE49-F238E27FC236}">
                <a16:creationId xmlns:a16="http://schemas.microsoft.com/office/drawing/2014/main" id="{942E714D-0461-0021-7E84-92A24FEF732F}"/>
              </a:ext>
            </a:extLst>
          </p:cNvPr>
          <p:cNvSpPr/>
          <p:nvPr/>
        </p:nvSpPr>
        <p:spPr>
          <a:xfrm>
            <a:off x="10614668" y="3678556"/>
            <a:ext cx="195563" cy="181166"/>
          </a:xfrm>
          <a:prstGeom prst="ellipse">
            <a:avLst/>
          </a:prstGeom>
          <a:solidFill>
            <a:srgbClr val="7030A0"/>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94840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2500" decel="2500" fill="hold" grpId="0" nodeType="withEffect">
                                  <p:stCondLst>
                                    <p:cond delay="0"/>
                                  </p:stCondLst>
                                  <p:childTnLst>
                                    <p:animMotion origin="layout" path="M 0.00052 0.07963 L 0.00247 0.225 L 0.00052 0.26944 L -0.07383 0.31944 L -0.07383 0.35856 L -0.07201 0.3206 L 0.00052 0.26736 L 0.00299 0.22963 L 0.00117 0.26944 L -0.00079 0.35393 L 0.00117 0.23727 L 0.00117 0.2375 L 0.00247 0.27176 L 0.07877 0.32407 L 0.07812 0.35625 L 0.07812 0.35648 L 0.07552 0.32292 L -0.00079 0.2706 L 0.00052 0.07963 Z " pathEditMode="relative" rAng="0" ptsTypes="AAAAAAAAAAAAAAAAAAA">
                                      <p:cBhvr>
                                        <p:cTn id="6" dur="6000" fill="hold"/>
                                        <p:tgtEl>
                                          <p:spTgt spid="24"/>
                                        </p:tgtEl>
                                        <p:attrNameLst>
                                          <p:attrName>ppt_x</p:attrName>
                                          <p:attrName>ppt_y</p:attrName>
                                        </p:attrNameLst>
                                      </p:cBhvr>
                                      <p:rCtr x="195" y="13935"/>
                                    </p:animMotion>
                                  </p:childTnLst>
                                </p:cTn>
                              </p:par>
                              <p:par>
                                <p:cTn id="7" presetID="0" presetClass="path" presetSubtype="0" repeatCount="indefinite" accel="2500" decel="2500" fill="hold" grpId="0" nodeType="withEffect">
                                  <p:stCondLst>
                                    <p:cond delay="0"/>
                                  </p:stCondLst>
                                  <p:childTnLst>
                                    <p:animMotion origin="layout" path="M 0.00026 0.02222 C 0.00026 0.04352 0.00052 0.06389 0.00078 0.08518 C 0.00052 0.14884 0.00026 0.21319 0.00026 0.27685 L -0.07552 0.33426 C -0.07761 0.36365 -0.07969 0.39213 -0.08151 0.42152 L -0.1168 0.4081 C -0.11524 0.25926 -0.11342 0.11088 -0.11159 -0.03797 L -0.00052 -0.03658 C -0.00026 0.06875 4.16667E-6 0.17338 0.00026 0.2787 L -0.00209 0.41713 L -0.11823 0.40902 C -0.11654 0.25787 -0.11498 0.10671 -0.11316 -0.04398 L -0.00131 -0.04005 L -0.00131 0.2787 L 0.07656 0.33287 L 0.08203 0.41713 L -0.11758 0.40902 C -0.11576 0.25833 -0.11368 0.10764 -0.11159 -0.04283 L -0.00052 -0.04005 C -0.00079 0.00486 0.00104 -0.02084 0.00078 0.02453 " pathEditMode="relative" rAng="0" ptsTypes="AAAAAAAAAAAAAAAAAAAA">
                                      <p:cBhvr>
                                        <p:cTn id="8" dur="6000" fill="hold"/>
                                        <p:tgtEl>
                                          <p:spTgt spid="34"/>
                                        </p:tgtEl>
                                        <p:attrNameLst>
                                          <p:attrName>ppt_x</p:attrName>
                                          <p:attrName>ppt_y</p:attrName>
                                        </p:attrNameLst>
                                      </p:cBhvr>
                                      <p:rCtr x="-1836" y="166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62ABD-663E-49DA-ABBA-EED05AD69DC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740F766-90AF-677C-7B43-45DE1A2A567E}"/>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6F6A9178-0A1C-C63E-25B1-FB798F0EF077}"/>
              </a:ext>
            </a:extLst>
          </p:cNvPr>
          <p:cNvSpPr>
            <a:spLocks noGrp="1"/>
          </p:cNvSpPr>
          <p:nvPr>
            <p:ph type="title"/>
          </p:nvPr>
        </p:nvSpPr>
        <p:spPr/>
        <p:txBody>
          <a:bodyPr/>
          <a:lstStyle/>
          <a:p>
            <a:r>
              <a:rPr lang="en-GB" dirty="0">
                <a:solidFill>
                  <a:schemeClr val="bg1"/>
                </a:solidFill>
              </a:rPr>
              <a:t>AI MEB</a:t>
            </a:r>
          </a:p>
        </p:txBody>
      </p:sp>
      <p:sp>
        <p:nvSpPr>
          <p:cNvPr id="3" name="Content Placeholder 2">
            <a:extLst>
              <a:ext uri="{FF2B5EF4-FFF2-40B4-BE49-F238E27FC236}">
                <a16:creationId xmlns:a16="http://schemas.microsoft.com/office/drawing/2014/main" id="{151AB0B4-96F3-053A-A120-9ED7B655639B}"/>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938586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00EB4-18CB-BD45-14FE-95864056337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4010ED5-9617-354C-B994-98B76BB51C07}"/>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B261AC15-8D24-5F6E-3FE6-68AB6D9D9BDC}"/>
              </a:ext>
            </a:extLst>
          </p:cNvPr>
          <p:cNvSpPr>
            <a:spLocks noGrp="1"/>
          </p:cNvSpPr>
          <p:nvPr>
            <p:ph type="title"/>
          </p:nvPr>
        </p:nvSpPr>
        <p:spPr/>
        <p:txBody>
          <a:bodyPr/>
          <a:lstStyle/>
          <a:p>
            <a:r>
              <a:rPr lang="en-GB" dirty="0">
                <a:solidFill>
                  <a:schemeClr val="bg1"/>
                </a:solidFill>
              </a:rPr>
              <a:t>AI navigation system</a:t>
            </a:r>
          </a:p>
        </p:txBody>
      </p:sp>
      <p:sp>
        <p:nvSpPr>
          <p:cNvPr id="3" name="Content Placeholder 2">
            <a:extLst>
              <a:ext uri="{FF2B5EF4-FFF2-40B4-BE49-F238E27FC236}">
                <a16:creationId xmlns:a16="http://schemas.microsoft.com/office/drawing/2014/main" id="{C0B5F10A-8692-6470-075B-AF61A60085E5}"/>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30888677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104FA-E6C3-8DA4-DA9E-761B04ED6AC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AE7693F-021B-537C-6395-E1A6E9A30954}"/>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85957AE8-0EEA-D2B9-EF38-53EFC6E7653F}"/>
              </a:ext>
            </a:extLst>
          </p:cNvPr>
          <p:cNvSpPr>
            <a:spLocks noGrp="1"/>
          </p:cNvSpPr>
          <p:nvPr>
            <p:ph type="title"/>
          </p:nvPr>
        </p:nvSpPr>
        <p:spPr/>
        <p:txBody>
          <a:bodyPr/>
          <a:lstStyle/>
          <a:p>
            <a:r>
              <a:rPr lang="en-GB" dirty="0">
                <a:solidFill>
                  <a:schemeClr val="bg1"/>
                </a:solidFill>
              </a:rPr>
              <a:t>AI an ai</a:t>
            </a:r>
          </a:p>
        </p:txBody>
      </p:sp>
      <p:sp>
        <p:nvSpPr>
          <p:cNvPr id="3" name="Content Placeholder 2">
            <a:extLst>
              <a:ext uri="{FF2B5EF4-FFF2-40B4-BE49-F238E27FC236}">
                <a16:creationId xmlns:a16="http://schemas.microsoft.com/office/drawing/2014/main" id="{0FAC8F22-0916-1F58-7B3A-73E131B36571}"/>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39975275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DCE86-701F-2435-88F7-ED44DA9EA0B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6C0A73F-56C9-D3AE-07E3-937D0965A1A6}"/>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8EBD941B-81DA-95BD-FEDF-6457837E3C2F}"/>
              </a:ext>
            </a:extLst>
          </p:cNvPr>
          <p:cNvSpPr>
            <a:spLocks noGrp="1"/>
          </p:cNvSpPr>
          <p:nvPr>
            <p:ph type="title"/>
          </p:nvPr>
        </p:nvSpPr>
        <p:spPr/>
        <p:txBody>
          <a:bodyPr/>
          <a:lstStyle/>
          <a:p>
            <a:r>
              <a:rPr lang="en-GB" dirty="0">
                <a:solidFill>
                  <a:schemeClr val="bg1"/>
                </a:solidFill>
              </a:rPr>
              <a:t>Models </a:t>
            </a:r>
            <a:r>
              <a:rPr lang="en-GB" sz="800" dirty="0">
                <a:solidFill>
                  <a:schemeClr val="bg1"/>
                </a:solidFill>
              </a:rPr>
              <a:t>(It is not my place to fight this scourge but I did so and I did it valiantly FOR PLACEHALLA!!!)</a:t>
            </a:r>
          </a:p>
        </p:txBody>
      </p:sp>
      <p:sp>
        <p:nvSpPr>
          <p:cNvPr id="3" name="Content Placeholder 2">
            <a:extLst>
              <a:ext uri="{FF2B5EF4-FFF2-40B4-BE49-F238E27FC236}">
                <a16:creationId xmlns:a16="http://schemas.microsoft.com/office/drawing/2014/main" id="{9316F33F-1510-3F8B-900A-8785D1C0BA5D}"/>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24356093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13290-A31F-2D16-A684-B0BC0156624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7D4265-723B-1E2F-23E9-D5DBC4B12B5A}"/>
              </a:ext>
            </a:extLst>
          </p:cNvPr>
          <p:cNvSpPr/>
          <p:nvPr/>
        </p:nvSpPr>
        <p:spPr>
          <a:xfrm>
            <a:off x="0" y="0"/>
            <a:ext cx="12192000" cy="6858000"/>
          </a:xfrm>
          <a:prstGeom prst="rect">
            <a:avLst/>
          </a:prstGeom>
          <a:gradFill flip="none" rotWithShape="1">
            <a:gsLst>
              <a:gs pos="0">
                <a:schemeClr val="tx1">
                  <a:lumMod val="65000"/>
                  <a:lumOff val="35000"/>
                  <a:shade val="30000"/>
                  <a:satMod val="115000"/>
                </a:schemeClr>
              </a:gs>
              <a:gs pos="50000">
                <a:schemeClr val="tx1">
                  <a:lumMod val="65000"/>
                  <a:lumOff val="35000"/>
                  <a:shade val="67500"/>
                  <a:satMod val="115000"/>
                </a:schemeClr>
              </a:gs>
              <a:gs pos="100000">
                <a:schemeClr val="tx1">
                  <a:lumMod val="65000"/>
                  <a:lumOff val="35000"/>
                  <a:shade val="100000"/>
                  <a:satMod val="1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gradFill flip="none" rotWithShape="1">
                <a:gsLst>
                  <a:gs pos="0">
                    <a:schemeClr val="accent4">
                      <a:lumMod val="40000"/>
                      <a:lumOff val="60000"/>
                    </a:schemeClr>
                  </a:gs>
                  <a:gs pos="46000">
                    <a:schemeClr val="accent4">
                      <a:lumMod val="95000"/>
                      <a:lumOff val="5000"/>
                    </a:schemeClr>
                  </a:gs>
                  <a:gs pos="100000">
                    <a:schemeClr val="accent4">
                      <a:lumMod val="60000"/>
                    </a:schemeClr>
                  </a:gs>
                </a:gsLst>
                <a:path path="circle">
                  <a:fillToRect l="50000" t="130000" r="50000" b="-30000"/>
                </a:path>
                <a:tileRect/>
              </a:gradFill>
            </a:endParaRPr>
          </a:p>
        </p:txBody>
      </p:sp>
      <p:sp>
        <p:nvSpPr>
          <p:cNvPr id="2" name="Title 1">
            <a:extLst>
              <a:ext uri="{FF2B5EF4-FFF2-40B4-BE49-F238E27FC236}">
                <a16:creationId xmlns:a16="http://schemas.microsoft.com/office/drawing/2014/main" id="{918248AB-717D-74A0-8A1B-DBDAE6E72F1E}"/>
              </a:ext>
            </a:extLst>
          </p:cNvPr>
          <p:cNvSpPr>
            <a:spLocks noGrp="1"/>
          </p:cNvSpPr>
          <p:nvPr>
            <p:ph type="title"/>
          </p:nvPr>
        </p:nvSpPr>
        <p:spPr/>
        <p:txBody>
          <a:bodyPr/>
          <a:lstStyle/>
          <a:p>
            <a:r>
              <a:rPr lang="en-GB" dirty="0">
                <a:solidFill>
                  <a:schemeClr val="bg1"/>
                </a:solidFill>
              </a:rPr>
              <a:t>textures </a:t>
            </a:r>
            <a:r>
              <a:rPr lang="en-GB" sz="800" dirty="0">
                <a:solidFill>
                  <a:schemeClr val="bg1"/>
                </a:solidFill>
              </a:rPr>
              <a:t>(It is not my place to fight this scourge but I did so and I did it valiantly FOR PLACEHALLA!!!)</a:t>
            </a:r>
          </a:p>
        </p:txBody>
      </p:sp>
      <p:sp>
        <p:nvSpPr>
          <p:cNvPr id="3" name="Content Placeholder 2">
            <a:extLst>
              <a:ext uri="{FF2B5EF4-FFF2-40B4-BE49-F238E27FC236}">
                <a16:creationId xmlns:a16="http://schemas.microsoft.com/office/drawing/2014/main" id="{65AC525B-2A5C-3205-B605-6B409228352B}"/>
              </a:ext>
            </a:extLst>
          </p:cNvPr>
          <p:cNvSpPr>
            <a:spLocks noGrp="1"/>
          </p:cNvSpPr>
          <p:nvPr>
            <p:ph idx="1"/>
          </p:nvPr>
        </p:nvSpPr>
        <p:spPr/>
        <p:txBody>
          <a:bodyPr/>
          <a:lstStyle/>
          <a:p>
            <a:endParaRPr lang="en-GB" dirty="0">
              <a:solidFill>
                <a:schemeClr val="bg1"/>
              </a:solidFill>
            </a:endParaRPr>
          </a:p>
        </p:txBody>
      </p:sp>
    </p:spTree>
    <p:extLst>
      <p:ext uri="{BB962C8B-B14F-4D97-AF65-F5344CB8AC3E}">
        <p14:creationId xmlns:p14="http://schemas.microsoft.com/office/powerpoint/2010/main" val="4292987845"/>
      </p:ext>
    </p:extLst>
  </p:cSld>
  <p:clrMapOvr>
    <a:masterClrMapping/>
  </p:clrMapOvr>
</p:sld>
</file>

<file path=ppt/theme/theme1.xml><?xml version="1.0" encoding="utf-8"?>
<a:theme xmlns:a="http://schemas.openxmlformats.org/drawingml/2006/main" name="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360</TotalTime>
  <Words>414</Words>
  <Application>Microsoft Office PowerPoint</Application>
  <PresentationFormat>Widescreen</PresentationFormat>
  <Paragraphs>32</Paragraphs>
  <Slides>10</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Kyles part of the presentation</vt:lpstr>
      <vt:lpstr>Timer class</vt:lpstr>
      <vt:lpstr>Run time unit testing system</vt:lpstr>
      <vt:lpstr>Run time unit testing system program</vt:lpstr>
      <vt:lpstr>AI behaviour Trees</vt:lpstr>
      <vt:lpstr>AI MEB</vt:lpstr>
      <vt:lpstr>AI navigation system</vt:lpstr>
      <vt:lpstr>AI an ai</vt:lpstr>
      <vt:lpstr>Models (It is not my place to fight this scourge but I did so and I did it valiantly FOR PLACEHALLA!!!)</vt:lpstr>
      <vt:lpstr>textures (It is not my place to fight this scourge but I did so and I did it valiantly FOR PLACEHALLA!!!)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Edwards</dc:creator>
  <cp:lastModifiedBy>Kyle Edwards</cp:lastModifiedBy>
  <cp:revision>4</cp:revision>
  <dcterms:created xsi:type="dcterms:W3CDTF">2026-04-23T08:07:18Z</dcterms:created>
  <dcterms:modified xsi:type="dcterms:W3CDTF">2026-04-27T00:49:39Z</dcterms:modified>
</cp:coreProperties>
</file>