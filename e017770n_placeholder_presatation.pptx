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C214-6A85-F0D3-EC58-EF2B0F860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B13C6-A824-303C-3F9D-7082121E3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0118E-EEA0-956E-6AAF-CAE3C612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03639-F4A2-0971-0866-A2E70DA5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15119-678E-C41C-87DB-09E72B24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02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9CF7-C226-7721-CB67-80F086B9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CD4B-797B-4700-8419-72F06D890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E155A-1EC1-0125-A2AE-849F765C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63543-91CC-E744-0B3A-EC104C82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A5793-0578-386F-0115-6812EF3D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97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1573-5874-0FB8-4683-D8886B4FF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37736-C1EF-FFE7-B03C-D992AFF8A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AC4AC-1353-B88C-FF2E-1DCE890F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B4DD1-B820-F194-1FE5-DABB9E6D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B0980-78CF-86BF-62EA-070E6C02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54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22E7-188B-5583-0E75-509DD194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CFF06-17BC-2ED4-FA78-672FA511A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942CC-B202-561D-FB36-ED37A4D44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A2C13-4F15-C0EF-A323-CDEFC2EF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55248-E0F1-D2AB-8836-B3C0ABAB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0F1BB-CF31-055F-651C-04752C1D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47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026E-8C39-F2A9-04CA-5AE0FD5D5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F096D-3CF2-93F3-2FB2-D7CAFB3C8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B53A0-8348-F5C0-BE54-4C2AC8DED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C323E-2590-590C-338B-FE3FAF769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36785-7047-3423-0A96-589C28796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F7499F-6361-AA81-EEB0-8C81F96D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7833A3-9A19-145A-7AE0-06412B06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14CA8C-4EA8-61FB-0B80-584D7147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31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7CDC-DFC5-8EB7-CD3E-9DFF5990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9FC585-9155-9117-7C14-BE35E354C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56BA2-3EA5-7D10-0341-F1DA4F51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69504-CC63-F3D5-F674-697BA8EF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34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0784A-47C4-28CE-9ACD-CAEEAEBB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336AD4-C6BF-C790-CE78-69D8565E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A1D4B-6FE3-180A-35AD-4489BA91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63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DFF0-D908-0E56-B9A0-C2D722BE5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C8FCE-2BE9-45E9-1957-704EFF5BE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6F08B-9FBD-36A0-3F17-90C181E4D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6807E-F207-F64C-4903-EA16AB513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E940-852E-38C1-1BF9-745C3DA05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3951E-3D45-E2E8-0E3F-AF7304E7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82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ED9C2-BC91-EA2E-0AF2-DF452652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E47F3-3584-3967-23C4-76DD63EF6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AA677-D116-9691-9AC2-CD0FAF5CB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1C2EA-AC18-F3F3-566B-E8D9ACB1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72B56-42AB-1A6C-466C-EE306233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81280-783C-1FB8-88CF-BE75342B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26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A902-E50E-8932-C470-558C90D40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64C4D-58AD-429E-8D12-FF53AEE50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39A78-80D8-F70D-D446-A3CB93F1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914AF-A0B1-3CEC-1CCD-A7DF94E9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3B67E-E615-52D0-4361-E0C4FE9E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288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B1128-5C34-1B48-46AA-576E8F70B2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D6607-1025-584B-8E0B-82C0CF2FF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ADBF7-D97B-798B-769E-93D86CB8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E6A84-BE62-DD75-4834-5D56E3DB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596E6-510C-9F7A-6D9C-817A219A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83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FF143-98FE-1776-8464-1BBCD5E80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B6336-E0CF-B4EE-F060-DA9649F44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22EDA-D47D-5A75-A398-943DFBF44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37147-2A1D-43A1-A9A6-15F2FF4A0DCF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54A41-1793-8DC5-440F-0FAF05E17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7B119-2222-2C45-BABD-053D174C1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BDA67-AE15-47CC-B8AC-16CF82C1A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91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615DE7-512C-6FF4-C84F-89C8854550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gradFill flip="none" rotWithShape="1">
                <a:gsLst>
                  <a:gs pos="0">
                    <a:schemeClr val="accent4">
                      <a:lumMod val="40000"/>
                      <a:lumOff val="60000"/>
                    </a:schemeClr>
                  </a:gs>
                  <a:gs pos="46000">
                    <a:schemeClr val="accent4">
                      <a:lumMod val="95000"/>
                      <a:lumOff val="5000"/>
                    </a:schemeClr>
                  </a:gs>
                  <a:gs pos="100000">
                    <a:schemeClr val="accent4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endParaRPr>
          </a:p>
        </p:txBody>
      </p:sp>
      <p:pic>
        <p:nvPicPr>
          <p:cNvPr id="1028" name="Picture 4" descr="Megamind Villain Quotes Megamind Movie Quotes Wallpaper | WallpapersOK">
            <a:extLst>
              <a:ext uri="{FF2B5EF4-FFF2-40B4-BE49-F238E27FC236}">
                <a16:creationId xmlns:a16="http://schemas.microsoft.com/office/drawing/2014/main" id="{6D9CCE43-339F-E119-D21B-4357178E39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33" b="1240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C68009-BBE2-FDE4-1D96-3E35119F3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12477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Kyles part of the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595C3-6B9D-177E-6787-735CC6AD6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4838"/>
            <a:ext cx="9144000" cy="822961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930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173D8-835D-EF75-6139-E380A85C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11B4C-11A7-EC7A-7F66-7503FE929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32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3497F-9F6C-84AD-55D1-43417B48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CF32-5045-1E27-F2C8-6011DE2C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testing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FD7D-3FB1-1243-6452-61303D032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58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4C14-EA8C-0B99-954B-F3F6FAFF9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1080-2DB8-043D-CEF9-FE802AD3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testing system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D70AF-8C54-0610-4C5A-1F6306055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28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2B5C-67D4-1C75-D5CB-EBE9C45A0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1084-4762-9358-5B98-DBDF6358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behaviour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4DE35-5BF8-C5DC-DC38-936946CF1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84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2ABD-663E-49DA-ABBA-EED05AD6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9178-0A1C-C63E-25B1-FB798F0E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MEB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AB0B4-96F3-053A-A120-9ED7B6556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586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0EB4-18CB-BD45-14FE-958640563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AC15-8D24-5F6E-3FE6-68AB6D9D9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navigation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5F10A-8692-6470-075B-AF61A6008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86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104FA-E6C3-8DA4-DA9E-761B04ED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7AE8-0EEA-D2B9-EF38-53EFC6E7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an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C8F22-0916-1F58-7B3A-73E131B36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527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CE86-701F-2435-88F7-ED44DA9E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941B-81DA-95BD-FEDF-6457837E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</a:t>
            </a:r>
            <a:r>
              <a:rPr lang="en-GB" sz="800" dirty="0"/>
              <a:t>(It is not my place to fight this </a:t>
            </a:r>
            <a:r>
              <a:rPr lang="en-GB" sz="800" dirty="0" err="1"/>
              <a:t>squrge</a:t>
            </a:r>
            <a:r>
              <a:rPr lang="en-GB" sz="800" dirty="0"/>
              <a:t> but I did so and I did it valiantly FOR PLACEHALLA!!!)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F33F-1510-3F8B-900A-8785D1C0B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5609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13290-A31F-2D16-A684-B0BC01566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48AB-717D-74A0-8A1B-DBDAE6E72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textures </a:t>
            </a:r>
            <a:r>
              <a:rPr lang="en-GB" sz="800" dirty="0"/>
              <a:t>(It is not my place to fight this scourge but I did so and I did it valiantly FOR PLACEHALLA!!!)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C525B-2A5C-3205-B605-6B4092283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2987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71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Kyles part of the presentation</vt:lpstr>
      <vt:lpstr>Timer class</vt:lpstr>
      <vt:lpstr>Unit testing system</vt:lpstr>
      <vt:lpstr>Unit testing system program</vt:lpstr>
      <vt:lpstr>AI behaviour Trees</vt:lpstr>
      <vt:lpstr>AI MEB</vt:lpstr>
      <vt:lpstr>AI navigation system</vt:lpstr>
      <vt:lpstr>AI an ai</vt:lpstr>
      <vt:lpstr>Models (It is not my place to fight this squrge but I did so and I did it valiantly FOR PLACEHALLA!!!)</vt:lpstr>
      <vt:lpstr>textures (It is not my place to fight this scourge but I did so and I did it valiantly FOR PLACEHALLA!!!)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Edwards</dc:creator>
  <cp:lastModifiedBy>Kyle Edwards</cp:lastModifiedBy>
  <cp:revision>1</cp:revision>
  <dcterms:created xsi:type="dcterms:W3CDTF">2026-04-23T08:07:18Z</dcterms:created>
  <dcterms:modified xsi:type="dcterms:W3CDTF">2026-04-23T09:43:24Z</dcterms:modified>
</cp:coreProperties>
</file>